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2"/>
        <p:guide pos="387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28930" y="1176655"/>
            <a:ext cx="11200130" cy="3209290"/>
            <a:chOff x="518" y="1853"/>
            <a:chExt cx="17638" cy="5054"/>
          </a:xfrm>
        </p:grpSpPr>
        <p:grpSp>
          <p:nvGrpSpPr>
            <p:cNvPr id="44" name="组合 43"/>
            <p:cNvGrpSpPr/>
            <p:nvPr/>
          </p:nvGrpSpPr>
          <p:grpSpPr>
            <a:xfrm>
              <a:off x="518" y="1853"/>
              <a:ext cx="17638" cy="5054"/>
              <a:chOff x="518" y="1853"/>
              <a:chExt cx="17638" cy="5054"/>
            </a:xfrm>
          </p:grpSpPr>
          <p:grpSp>
            <p:nvGrpSpPr>
              <p:cNvPr id="39" name="组合 38"/>
              <p:cNvGrpSpPr/>
              <p:nvPr/>
            </p:nvGrpSpPr>
            <p:grpSpPr>
              <a:xfrm>
                <a:off x="518" y="1853"/>
                <a:ext cx="17638" cy="5054"/>
                <a:chOff x="518" y="1853"/>
                <a:chExt cx="17638" cy="5054"/>
              </a:xfrm>
            </p:grpSpPr>
            <p:grpSp>
              <p:nvGrpSpPr>
                <p:cNvPr id="43" name="组合 42"/>
                <p:cNvGrpSpPr/>
                <p:nvPr/>
              </p:nvGrpSpPr>
              <p:grpSpPr>
                <a:xfrm>
                  <a:off x="518" y="1853"/>
                  <a:ext cx="17638" cy="5054"/>
                  <a:chOff x="639" y="1089"/>
                  <a:chExt cx="17638" cy="5054"/>
                </a:xfrm>
              </p:grpSpPr>
              <p:sp>
                <p:nvSpPr>
                  <p:cNvPr id="6" name="文本框 5"/>
                  <p:cNvSpPr txBox="1"/>
                  <p:nvPr/>
                </p:nvSpPr>
                <p:spPr>
                  <a:xfrm>
                    <a:off x="639" y="1093"/>
                    <a:ext cx="1519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鲜奶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7" name="直接箭头连接符 6"/>
                  <p:cNvCxnSpPr/>
                  <p:nvPr/>
                </p:nvCxnSpPr>
                <p:spPr>
                  <a:xfrm flipV="1">
                    <a:off x="2158" y="1449"/>
                    <a:ext cx="567" cy="1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" name="文本框 7"/>
                  <p:cNvSpPr txBox="1"/>
                  <p:nvPr/>
                </p:nvSpPr>
                <p:spPr>
                  <a:xfrm>
                    <a:off x="8983" y="1118"/>
                    <a:ext cx="1519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杀菌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9" name="直接箭头连接符 8"/>
                  <p:cNvCxnSpPr/>
                  <p:nvPr/>
                </p:nvCxnSpPr>
                <p:spPr>
                  <a:xfrm flipV="1">
                    <a:off x="10502" y="1448"/>
                    <a:ext cx="567" cy="1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" name="文本框 9"/>
                  <p:cNvSpPr txBox="1"/>
                  <p:nvPr/>
                </p:nvSpPr>
                <p:spPr>
                  <a:xfrm>
                    <a:off x="11069" y="1090"/>
                    <a:ext cx="1519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冷却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11" name="直接箭头连接符 10"/>
                  <p:cNvCxnSpPr/>
                  <p:nvPr/>
                </p:nvCxnSpPr>
                <p:spPr>
                  <a:xfrm flipV="1">
                    <a:off x="12588" y="1459"/>
                    <a:ext cx="567" cy="1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" name="文本框 11"/>
                  <p:cNvSpPr txBox="1"/>
                  <p:nvPr/>
                </p:nvSpPr>
                <p:spPr>
                  <a:xfrm>
                    <a:off x="15241" y="1089"/>
                    <a:ext cx="3036" cy="811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rPr>
                      <a:t>发酵（</a:t>
                    </a:r>
                    <a:r>
                      <a:rPr lang="en-US" altLang="zh-CN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rPr>
                      <a:t>6h</a:t>
                    </a:r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rPr>
                      <a:t>，</a:t>
                    </a:r>
                    <a:r>
                      <a:rPr lang="en-US" altLang="zh-CN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rPr>
                      <a:t>43℃</a:t>
                    </a:r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rPr>
                      <a:t>）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latin typeface="Times New Roman" panose="02020603050405020304" charset="0"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16" name="直接箭头连接符 15"/>
                  <p:cNvCxnSpPr/>
                  <p:nvPr/>
                </p:nvCxnSpPr>
                <p:spPr>
                  <a:xfrm flipV="1">
                    <a:off x="14673" y="1497"/>
                    <a:ext cx="567" cy="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" name="文本框 16"/>
                  <p:cNvSpPr txBox="1"/>
                  <p:nvPr/>
                </p:nvSpPr>
                <p:spPr>
                  <a:xfrm>
                    <a:off x="13154" y="1089"/>
                    <a:ext cx="1519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接种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18" name="直接箭头连接符 17"/>
                  <p:cNvCxnSpPr/>
                  <p:nvPr/>
                </p:nvCxnSpPr>
                <p:spPr>
                  <a:xfrm rot="5400000" flipV="1">
                    <a:off x="16476" y="2205"/>
                    <a:ext cx="567" cy="1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" name="文本框 18"/>
                  <p:cNvSpPr txBox="1"/>
                  <p:nvPr/>
                </p:nvSpPr>
                <p:spPr>
                  <a:xfrm>
                    <a:off x="15999" y="2523"/>
                    <a:ext cx="1519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冷却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" name="文本框 20"/>
                  <p:cNvSpPr txBox="1"/>
                  <p:nvPr/>
                </p:nvSpPr>
                <p:spPr>
                  <a:xfrm>
                    <a:off x="15865" y="3928"/>
                    <a:ext cx="1762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搅拌</a:t>
                    </a:r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均匀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22" name="直接箭头连接符 21"/>
                  <p:cNvCxnSpPr/>
                  <p:nvPr/>
                </p:nvCxnSpPr>
                <p:spPr>
                  <a:xfrm rot="5400000" flipV="1">
                    <a:off x="16476" y="5015"/>
                    <a:ext cx="567" cy="1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" name="文本框 22"/>
                  <p:cNvSpPr txBox="1"/>
                  <p:nvPr/>
                </p:nvSpPr>
                <p:spPr>
                  <a:xfrm>
                    <a:off x="15879" y="5333"/>
                    <a:ext cx="1762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灌装</a:t>
                    </a:r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封口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24" name="直接箭头连接符 23"/>
                  <p:cNvCxnSpPr/>
                  <p:nvPr/>
                </p:nvCxnSpPr>
                <p:spPr>
                  <a:xfrm flipV="1">
                    <a:off x="15298" y="4387"/>
                    <a:ext cx="567" cy="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" name="文本框 24"/>
                  <p:cNvSpPr txBox="1"/>
                  <p:nvPr/>
                </p:nvSpPr>
                <p:spPr>
                  <a:xfrm>
                    <a:off x="13494" y="3966"/>
                    <a:ext cx="1804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蓝莓果</a:t>
                    </a:r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浆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26" name="直接箭头连接符 25"/>
                  <p:cNvCxnSpPr/>
                  <p:nvPr/>
                </p:nvCxnSpPr>
                <p:spPr>
                  <a:xfrm rot="10800000" flipV="1">
                    <a:off x="15312" y="5737"/>
                    <a:ext cx="567" cy="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" name="文本框 26"/>
                  <p:cNvSpPr txBox="1"/>
                  <p:nvPr/>
                </p:nvSpPr>
                <p:spPr>
                  <a:xfrm>
                    <a:off x="13793" y="5333"/>
                    <a:ext cx="1519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成品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30" name="直接箭头连接符 29"/>
                  <p:cNvCxnSpPr/>
                  <p:nvPr/>
                </p:nvCxnSpPr>
                <p:spPr>
                  <a:xfrm flipV="1">
                    <a:off x="10806" y="4309"/>
                    <a:ext cx="567" cy="1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" name="文本框 30"/>
                  <p:cNvSpPr txBox="1"/>
                  <p:nvPr/>
                </p:nvSpPr>
                <p:spPr>
                  <a:xfrm>
                    <a:off x="11374" y="3966"/>
                    <a:ext cx="1519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杀菌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32" name="直接箭头连接符 31"/>
                  <p:cNvCxnSpPr/>
                  <p:nvPr/>
                </p:nvCxnSpPr>
                <p:spPr>
                  <a:xfrm flipV="1">
                    <a:off x="12894" y="4348"/>
                    <a:ext cx="567" cy="1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箭头连接符 32"/>
                  <p:cNvCxnSpPr/>
                  <p:nvPr/>
                </p:nvCxnSpPr>
                <p:spPr>
                  <a:xfrm flipV="1">
                    <a:off x="8719" y="4335"/>
                    <a:ext cx="567" cy="1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4" name="文本框 33"/>
                  <p:cNvSpPr txBox="1"/>
                  <p:nvPr/>
                </p:nvSpPr>
                <p:spPr>
                  <a:xfrm>
                    <a:off x="9286" y="3966"/>
                    <a:ext cx="1519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破碎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  <p:cxnSp>
                <p:nvCxnSpPr>
                  <p:cNvPr id="35" name="直接箭头连接符 34"/>
                  <p:cNvCxnSpPr/>
                  <p:nvPr/>
                </p:nvCxnSpPr>
                <p:spPr>
                  <a:xfrm flipV="1">
                    <a:off x="6631" y="4335"/>
                    <a:ext cx="567" cy="1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文本框 35"/>
                  <p:cNvSpPr txBox="1"/>
                  <p:nvPr/>
                </p:nvSpPr>
                <p:spPr>
                  <a:xfrm>
                    <a:off x="7198" y="3966"/>
                    <a:ext cx="1519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清</a:t>
                    </a:r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洗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2" name="文本框 41"/>
                  <p:cNvSpPr txBox="1"/>
                  <p:nvPr/>
                </p:nvSpPr>
                <p:spPr>
                  <a:xfrm>
                    <a:off x="5110" y="3966"/>
                    <a:ext cx="1519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蓝莓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38" name="组合 37"/>
                <p:cNvGrpSpPr/>
                <p:nvPr/>
              </p:nvGrpSpPr>
              <p:grpSpPr>
                <a:xfrm>
                  <a:off x="2604" y="1854"/>
                  <a:ext cx="5690" cy="838"/>
                  <a:chOff x="2604" y="1854"/>
                  <a:chExt cx="5690" cy="838"/>
                </a:xfrm>
              </p:grpSpPr>
              <p:sp>
                <p:nvSpPr>
                  <p:cNvPr id="3" name="文本框 2"/>
                  <p:cNvSpPr txBox="1"/>
                  <p:nvPr/>
                </p:nvSpPr>
                <p:spPr>
                  <a:xfrm>
                    <a:off x="2604" y="1854"/>
                    <a:ext cx="1519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净乳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5" name="文本框 4"/>
                  <p:cNvSpPr txBox="1"/>
                  <p:nvPr/>
                </p:nvSpPr>
                <p:spPr>
                  <a:xfrm>
                    <a:off x="4690" y="1882"/>
                    <a:ext cx="1519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标准化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" name="文本框 13"/>
                  <p:cNvSpPr txBox="1"/>
                  <p:nvPr/>
                </p:nvSpPr>
                <p:spPr>
                  <a:xfrm>
                    <a:off x="6776" y="1882"/>
                    <a:ext cx="1519" cy="81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txBody>
                  <a:bodyPr wrap="square" rtlCol="0" anchor="ctr" anchorCtr="0">
                    <a:noAutofit/>
                  </a:bodyPr>
                  <a:p>
                    <a:pPr algn="ctr"/>
                    <a:r>
                      <a:rPr lang="zh-CN" altLang="en-US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uFillTx/>
                        <a:ea typeface="宋体" panose="02010600030101010101" pitchFamily="2" charset="-122"/>
                      </a:rPr>
                      <a:t>均质</a:t>
                    </a:r>
                    <a:endParaRPr lang="zh-CN" altLang="en-US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effectLst/>
                      <a:uFillTx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41" name="组合 40"/>
              <p:cNvGrpSpPr/>
              <p:nvPr/>
            </p:nvGrpSpPr>
            <p:grpSpPr>
              <a:xfrm>
                <a:off x="4123" y="2226"/>
                <a:ext cx="4738" cy="25"/>
                <a:chOff x="4123" y="2226"/>
                <a:chExt cx="4738" cy="25"/>
              </a:xfrm>
            </p:grpSpPr>
            <p:cxnSp>
              <p:nvCxnSpPr>
                <p:cNvPr id="4" name="直接箭头连接符 3"/>
                <p:cNvCxnSpPr/>
                <p:nvPr/>
              </p:nvCxnSpPr>
              <p:spPr>
                <a:xfrm flipV="1">
                  <a:off x="4123" y="2226"/>
                  <a:ext cx="567" cy="1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箭头连接符 12"/>
                <p:cNvCxnSpPr/>
                <p:nvPr/>
              </p:nvCxnSpPr>
              <p:spPr>
                <a:xfrm flipV="1">
                  <a:off x="6209" y="2226"/>
                  <a:ext cx="567" cy="1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箭头连接符 14"/>
                <p:cNvCxnSpPr/>
                <p:nvPr/>
              </p:nvCxnSpPr>
              <p:spPr>
                <a:xfrm flipV="1">
                  <a:off x="8295" y="2239"/>
                  <a:ext cx="567" cy="1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8" name="直接箭头连接符 27"/>
            <p:cNvCxnSpPr/>
            <p:nvPr/>
          </p:nvCxnSpPr>
          <p:spPr>
            <a:xfrm rot="5400000" flipV="1">
              <a:off x="16355" y="4374"/>
              <a:ext cx="567" cy="1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WPS 演示</Application>
  <PresentationFormat>宽屏</PresentationFormat>
  <Paragraphs>34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…………</cp:lastModifiedBy>
  <cp:revision>166</cp:revision>
  <dcterms:created xsi:type="dcterms:W3CDTF">2019-06-19T02:08:00Z</dcterms:created>
  <dcterms:modified xsi:type="dcterms:W3CDTF">2026-06-17T08:27:28Z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D8619D1B70F5494A8C107AA197BA4AD3_13</vt:lpwstr>
  </property>
</Properties>
</file>