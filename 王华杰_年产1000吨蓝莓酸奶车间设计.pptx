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9" r:id="rId3"/>
  </p:sldMasterIdLst>
  <p:notesMasterIdLst>
    <p:notesMasterId r:id="rId36"/>
  </p:notesMasterIdLst>
  <p:handoutMasterIdLst>
    <p:handoutMasterId r:id="rId37"/>
  </p:handoutMasterIdLst>
  <p:sldIdLst>
    <p:sldId id="257" r:id="rId4"/>
    <p:sldId id="258" r:id="rId5"/>
    <p:sldId id="259" r:id="rId6"/>
    <p:sldId id="260" r:id="rId7"/>
    <p:sldId id="261" r:id="rId8"/>
    <p:sldId id="262" r:id="rId9"/>
    <p:sldId id="263" r:id="rId10"/>
    <p:sldId id="264" r:id="rId11"/>
    <p:sldId id="265" r:id="rId12"/>
    <p:sldId id="283" r:id="rId13"/>
    <p:sldId id="284" r:id="rId14"/>
    <p:sldId id="266" r:id="rId15"/>
    <p:sldId id="267" r:id="rId16"/>
    <p:sldId id="285" r:id="rId17"/>
    <p:sldId id="286" r:id="rId18"/>
    <p:sldId id="287" r:id="rId19"/>
    <p:sldId id="268" r:id="rId20"/>
    <p:sldId id="269" r:id="rId21"/>
    <p:sldId id="270" r:id="rId22"/>
    <p:sldId id="271" r:id="rId23"/>
    <p:sldId id="272" r:id="rId24"/>
    <p:sldId id="273" r:id="rId25"/>
    <p:sldId id="274" r:id="rId26"/>
    <p:sldId id="276" r:id="rId27"/>
    <p:sldId id="277" r:id="rId28"/>
    <p:sldId id="280" r:id="rId29"/>
    <p:sldId id="281" r:id="rId30"/>
    <p:sldId id="288" r:id="rId31"/>
    <p:sldId id="289" r:id="rId32"/>
    <p:sldId id="290" r:id="rId33"/>
    <p:sldId id="291" r:id="rId34"/>
    <p:sldId id="282" r:id="rId35"/>
  </p:sldIdLst>
  <p:sldSz cx="12192000" cy="6858000"/>
  <p:notesSz cx="7103745" cy="10234295"/>
  <p:embeddedFontLst>
    <p:embeddedFont>
      <p:font typeface="Calibri Light" panose="020F0302020204030204"/>
      <p:regular r:id="rId41"/>
      <p:italic r:id="rId42"/>
    </p:embeddedFont>
    <p:embeddedFont>
      <p:font typeface="黑体" panose="02010609060101010101" charset="-122"/>
      <p:regular r:id="rId43"/>
    </p:embeddedFont>
    <p:embeddedFont>
      <p:font typeface="华文中宋" panose="02010600040101010101" charset="-122"/>
      <p:regular r:id="rId44"/>
    </p:embeddedFont>
    <p:embeddedFont>
      <p:font typeface="微软雅黑" panose="020B0503020204020204" charset="-122"/>
      <p:regular r:id="rId45"/>
      <p:bold r:id="rId46"/>
    </p:embeddedFont>
    <p:embeddedFont>
      <p:font typeface="Calibri" panose="020F0502020204030204" charset="0"/>
      <p:regular r:id="rId47"/>
      <p:bold r:id="rId48"/>
      <p:italic r:id="rId49"/>
      <p:boldItalic r:id="rId5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6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font" Target="fonts/font10.fntdata"/><Relationship Id="rId5" Type="http://schemas.openxmlformats.org/officeDocument/2006/relationships/slide" Target="slides/slide2.xml"/><Relationship Id="rId49" Type="http://schemas.openxmlformats.org/officeDocument/2006/relationships/font" Target="fonts/font9.fntdata"/><Relationship Id="rId48" Type="http://schemas.openxmlformats.org/officeDocument/2006/relationships/font" Target="fonts/font8.fntdata"/><Relationship Id="rId47" Type="http://schemas.openxmlformats.org/officeDocument/2006/relationships/font" Target="fonts/font7.fntdata"/><Relationship Id="rId46" Type="http://schemas.openxmlformats.org/officeDocument/2006/relationships/font" Target="fonts/font6.fntdata"/><Relationship Id="rId45" Type="http://schemas.openxmlformats.org/officeDocument/2006/relationships/font" Target="fonts/font5.fntdata"/><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notesMaster" Target="notesMasters/notes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6" Type="http://schemas.openxmlformats.org/officeDocument/2006/relationships/tags" Target="../tags/tag104.xml"/><Relationship Id="rId65" Type="http://schemas.openxmlformats.org/officeDocument/2006/relationships/tags" Target="../tags/tag103.xml"/><Relationship Id="rId64" Type="http://schemas.openxmlformats.org/officeDocument/2006/relationships/tags" Target="../tags/tag102.xml"/><Relationship Id="rId63" Type="http://schemas.openxmlformats.org/officeDocument/2006/relationships/tags" Target="../tags/tag101.xml"/><Relationship Id="rId62" Type="http://schemas.openxmlformats.org/officeDocument/2006/relationships/tags" Target="../tags/tag100.xml"/><Relationship Id="rId61" Type="http://schemas.openxmlformats.org/officeDocument/2006/relationships/tags" Target="../tags/tag99.xml"/><Relationship Id="rId60" Type="http://schemas.openxmlformats.org/officeDocument/2006/relationships/tags" Target="../tags/tag98.xml"/><Relationship Id="rId6" Type="http://schemas.openxmlformats.org/officeDocument/2006/relationships/tags" Target="../tags/tag44.xml"/><Relationship Id="rId59" Type="http://schemas.openxmlformats.org/officeDocument/2006/relationships/tags" Target="../tags/tag97.xml"/><Relationship Id="rId58" Type="http://schemas.openxmlformats.org/officeDocument/2006/relationships/tags" Target="../tags/tag96.xml"/><Relationship Id="rId57" Type="http://schemas.openxmlformats.org/officeDocument/2006/relationships/tags" Target="../tags/tag95.xml"/><Relationship Id="rId56" Type="http://schemas.openxmlformats.org/officeDocument/2006/relationships/tags" Target="../tags/tag94.xml"/><Relationship Id="rId55" Type="http://schemas.openxmlformats.org/officeDocument/2006/relationships/tags" Target="../tags/tag93.xml"/><Relationship Id="rId54" Type="http://schemas.openxmlformats.org/officeDocument/2006/relationships/tags" Target="../tags/tag92.xml"/><Relationship Id="rId53" Type="http://schemas.openxmlformats.org/officeDocument/2006/relationships/tags" Target="../tags/tag91.xml"/><Relationship Id="rId52" Type="http://schemas.openxmlformats.org/officeDocument/2006/relationships/tags" Target="../tags/tag90.xml"/><Relationship Id="rId51" Type="http://schemas.openxmlformats.org/officeDocument/2006/relationships/tags" Target="../tags/tag89.xml"/><Relationship Id="rId50" Type="http://schemas.openxmlformats.org/officeDocument/2006/relationships/tags" Target="../tags/tag88.xml"/><Relationship Id="rId5" Type="http://schemas.openxmlformats.org/officeDocument/2006/relationships/tags" Target="../tags/tag43.xml"/><Relationship Id="rId49" Type="http://schemas.openxmlformats.org/officeDocument/2006/relationships/tags" Target="../tags/tag87.xml"/><Relationship Id="rId48" Type="http://schemas.openxmlformats.org/officeDocument/2006/relationships/tags" Target="../tags/tag86.xml"/><Relationship Id="rId47" Type="http://schemas.openxmlformats.org/officeDocument/2006/relationships/tags" Target="../tags/tag85.xml"/><Relationship Id="rId46" Type="http://schemas.openxmlformats.org/officeDocument/2006/relationships/tags" Target="../tags/tag84.xml"/><Relationship Id="rId45" Type="http://schemas.openxmlformats.org/officeDocument/2006/relationships/tags" Target="../tags/tag83.xml"/><Relationship Id="rId44" Type="http://schemas.openxmlformats.org/officeDocument/2006/relationships/tags" Target="../tags/tag82.xml"/><Relationship Id="rId43" Type="http://schemas.openxmlformats.org/officeDocument/2006/relationships/tags" Target="../tags/tag81.xml"/><Relationship Id="rId42" Type="http://schemas.openxmlformats.org/officeDocument/2006/relationships/tags" Target="../tags/tag80.xml"/><Relationship Id="rId41" Type="http://schemas.openxmlformats.org/officeDocument/2006/relationships/tags" Target="../tags/tag79.xml"/><Relationship Id="rId40" Type="http://schemas.openxmlformats.org/officeDocument/2006/relationships/tags" Target="../tags/tag78.xml"/><Relationship Id="rId4" Type="http://schemas.openxmlformats.org/officeDocument/2006/relationships/tags" Target="../tags/tag42.xml"/><Relationship Id="rId39" Type="http://schemas.openxmlformats.org/officeDocument/2006/relationships/tags" Target="../tags/tag77.xml"/><Relationship Id="rId38" Type="http://schemas.openxmlformats.org/officeDocument/2006/relationships/tags" Target="../tags/tag76.xml"/><Relationship Id="rId37" Type="http://schemas.openxmlformats.org/officeDocument/2006/relationships/tags" Target="../tags/tag75.xml"/><Relationship Id="rId36" Type="http://schemas.openxmlformats.org/officeDocument/2006/relationships/tags" Target="../tags/tag74.xml"/><Relationship Id="rId35" Type="http://schemas.openxmlformats.org/officeDocument/2006/relationships/tags" Target="../tags/tag73.xml"/><Relationship Id="rId34" Type="http://schemas.openxmlformats.org/officeDocument/2006/relationships/tags" Target="../tags/tag72.xml"/><Relationship Id="rId33" Type="http://schemas.openxmlformats.org/officeDocument/2006/relationships/tags" Target="../tags/tag71.xml"/><Relationship Id="rId32" Type="http://schemas.openxmlformats.org/officeDocument/2006/relationships/tags" Target="../tags/tag70.xml"/><Relationship Id="rId31" Type="http://schemas.openxmlformats.org/officeDocument/2006/relationships/tags" Target="../tags/tag69.xml"/><Relationship Id="rId30" Type="http://schemas.openxmlformats.org/officeDocument/2006/relationships/tags" Target="../tags/tag68.xml"/><Relationship Id="rId3" Type="http://schemas.openxmlformats.org/officeDocument/2006/relationships/image" Target="../media/image1.png"/><Relationship Id="rId29" Type="http://schemas.openxmlformats.org/officeDocument/2006/relationships/tags" Target="../tags/tag67.xml"/><Relationship Id="rId28" Type="http://schemas.openxmlformats.org/officeDocument/2006/relationships/tags" Target="../tags/tag66.xml"/><Relationship Id="rId27" Type="http://schemas.openxmlformats.org/officeDocument/2006/relationships/tags" Target="../tags/tag65.xml"/><Relationship Id="rId26" Type="http://schemas.openxmlformats.org/officeDocument/2006/relationships/tags" Target="../tags/tag64.xml"/><Relationship Id="rId25" Type="http://schemas.openxmlformats.org/officeDocument/2006/relationships/tags" Target="../tags/tag63.xml"/><Relationship Id="rId24" Type="http://schemas.openxmlformats.org/officeDocument/2006/relationships/tags" Target="../tags/tag62.xml"/><Relationship Id="rId23" Type="http://schemas.openxmlformats.org/officeDocument/2006/relationships/tags" Target="../tags/tag61.xml"/><Relationship Id="rId22" Type="http://schemas.openxmlformats.org/officeDocument/2006/relationships/tags" Target="../tags/tag60.xml"/><Relationship Id="rId21" Type="http://schemas.openxmlformats.org/officeDocument/2006/relationships/tags" Target="../tags/tag59.xml"/><Relationship Id="rId20" Type="http://schemas.openxmlformats.org/officeDocument/2006/relationships/tags" Target="../tags/tag58.xml"/><Relationship Id="rId2" Type="http://schemas.openxmlformats.org/officeDocument/2006/relationships/tags" Target="../tags/tag41.xml"/><Relationship Id="rId19" Type="http://schemas.openxmlformats.org/officeDocument/2006/relationships/tags" Target="../tags/tag57.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image" Target="../media/image2.png"/><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6" Type="http://schemas.openxmlformats.org/officeDocument/2006/relationships/tags" Target="../tags/tag175.xml"/><Relationship Id="rId65" Type="http://schemas.openxmlformats.org/officeDocument/2006/relationships/tags" Target="../tags/tag174.xml"/><Relationship Id="rId64" Type="http://schemas.openxmlformats.org/officeDocument/2006/relationships/tags" Target="../tags/tag173.xml"/><Relationship Id="rId63" Type="http://schemas.openxmlformats.org/officeDocument/2006/relationships/tags" Target="../tags/tag172.xml"/><Relationship Id="rId62" Type="http://schemas.openxmlformats.org/officeDocument/2006/relationships/tags" Target="../tags/tag171.xml"/><Relationship Id="rId61" Type="http://schemas.openxmlformats.org/officeDocument/2006/relationships/tags" Target="../tags/tag170.xml"/><Relationship Id="rId60" Type="http://schemas.openxmlformats.org/officeDocument/2006/relationships/tags" Target="../tags/tag169.xml"/><Relationship Id="rId6" Type="http://schemas.openxmlformats.org/officeDocument/2006/relationships/tags" Target="../tags/tag115.xml"/><Relationship Id="rId59" Type="http://schemas.openxmlformats.org/officeDocument/2006/relationships/tags" Target="../tags/tag168.xml"/><Relationship Id="rId58" Type="http://schemas.openxmlformats.org/officeDocument/2006/relationships/tags" Target="../tags/tag167.xml"/><Relationship Id="rId57" Type="http://schemas.openxmlformats.org/officeDocument/2006/relationships/tags" Target="../tags/tag166.xml"/><Relationship Id="rId56" Type="http://schemas.openxmlformats.org/officeDocument/2006/relationships/tags" Target="../tags/tag165.xml"/><Relationship Id="rId55" Type="http://schemas.openxmlformats.org/officeDocument/2006/relationships/tags" Target="../tags/tag164.xml"/><Relationship Id="rId54" Type="http://schemas.openxmlformats.org/officeDocument/2006/relationships/tags" Target="../tags/tag163.xml"/><Relationship Id="rId53" Type="http://schemas.openxmlformats.org/officeDocument/2006/relationships/tags" Target="../tags/tag162.xml"/><Relationship Id="rId52" Type="http://schemas.openxmlformats.org/officeDocument/2006/relationships/tags" Target="../tags/tag161.xml"/><Relationship Id="rId51" Type="http://schemas.openxmlformats.org/officeDocument/2006/relationships/tags" Target="../tags/tag160.xml"/><Relationship Id="rId50" Type="http://schemas.openxmlformats.org/officeDocument/2006/relationships/tags" Target="../tags/tag159.xml"/><Relationship Id="rId5" Type="http://schemas.openxmlformats.org/officeDocument/2006/relationships/tags" Target="../tags/tag114.xml"/><Relationship Id="rId49" Type="http://schemas.openxmlformats.org/officeDocument/2006/relationships/tags" Target="../tags/tag158.xml"/><Relationship Id="rId48" Type="http://schemas.openxmlformats.org/officeDocument/2006/relationships/tags" Target="../tags/tag157.xml"/><Relationship Id="rId47" Type="http://schemas.openxmlformats.org/officeDocument/2006/relationships/tags" Target="../tags/tag156.xml"/><Relationship Id="rId46" Type="http://schemas.openxmlformats.org/officeDocument/2006/relationships/tags" Target="../tags/tag155.xml"/><Relationship Id="rId45" Type="http://schemas.openxmlformats.org/officeDocument/2006/relationships/tags" Target="../tags/tag154.xml"/><Relationship Id="rId44" Type="http://schemas.openxmlformats.org/officeDocument/2006/relationships/tags" Target="../tags/tag153.xml"/><Relationship Id="rId43" Type="http://schemas.openxmlformats.org/officeDocument/2006/relationships/tags" Target="../tags/tag152.xml"/><Relationship Id="rId42" Type="http://schemas.openxmlformats.org/officeDocument/2006/relationships/tags" Target="../tags/tag151.xml"/><Relationship Id="rId41" Type="http://schemas.openxmlformats.org/officeDocument/2006/relationships/tags" Target="../tags/tag150.xml"/><Relationship Id="rId40" Type="http://schemas.openxmlformats.org/officeDocument/2006/relationships/tags" Target="../tags/tag149.xml"/><Relationship Id="rId4" Type="http://schemas.openxmlformats.org/officeDocument/2006/relationships/tags" Target="../tags/tag113.xml"/><Relationship Id="rId39" Type="http://schemas.openxmlformats.org/officeDocument/2006/relationships/tags" Target="../tags/tag148.xml"/><Relationship Id="rId38" Type="http://schemas.openxmlformats.org/officeDocument/2006/relationships/tags" Target="../tags/tag147.xml"/><Relationship Id="rId37" Type="http://schemas.openxmlformats.org/officeDocument/2006/relationships/tags" Target="../tags/tag146.xml"/><Relationship Id="rId36" Type="http://schemas.openxmlformats.org/officeDocument/2006/relationships/tags" Target="../tags/tag145.xml"/><Relationship Id="rId35" Type="http://schemas.openxmlformats.org/officeDocument/2006/relationships/tags" Target="../tags/tag144.xml"/><Relationship Id="rId34" Type="http://schemas.openxmlformats.org/officeDocument/2006/relationships/tags" Target="../tags/tag143.xml"/><Relationship Id="rId33" Type="http://schemas.openxmlformats.org/officeDocument/2006/relationships/tags" Target="../tags/tag142.xml"/><Relationship Id="rId32" Type="http://schemas.openxmlformats.org/officeDocument/2006/relationships/tags" Target="../tags/tag141.xml"/><Relationship Id="rId31" Type="http://schemas.openxmlformats.org/officeDocument/2006/relationships/tags" Target="../tags/tag140.xml"/><Relationship Id="rId30" Type="http://schemas.openxmlformats.org/officeDocument/2006/relationships/tags" Target="../tags/tag139.xml"/><Relationship Id="rId3" Type="http://schemas.openxmlformats.org/officeDocument/2006/relationships/image" Target="../media/image1.png"/><Relationship Id="rId29" Type="http://schemas.openxmlformats.org/officeDocument/2006/relationships/tags" Target="../tags/tag138.xml"/><Relationship Id="rId28" Type="http://schemas.openxmlformats.org/officeDocument/2006/relationships/tags" Target="../tags/tag137.xml"/><Relationship Id="rId27" Type="http://schemas.openxmlformats.org/officeDocument/2006/relationships/tags" Target="../tags/tag136.xml"/><Relationship Id="rId26" Type="http://schemas.openxmlformats.org/officeDocument/2006/relationships/tags" Target="../tags/tag135.xml"/><Relationship Id="rId25" Type="http://schemas.openxmlformats.org/officeDocument/2006/relationships/tags" Target="../tags/tag134.xml"/><Relationship Id="rId24" Type="http://schemas.openxmlformats.org/officeDocument/2006/relationships/tags" Target="../tags/tag133.xml"/><Relationship Id="rId23" Type="http://schemas.openxmlformats.org/officeDocument/2006/relationships/tags" Target="../tags/tag132.xml"/><Relationship Id="rId22" Type="http://schemas.openxmlformats.org/officeDocument/2006/relationships/tags" Target="../tags/tag131.xml"/><Relationship Id="rId21" Type="http://schemas.openxmlformats.org/officeDocument/2006/relationships/tags" Target="../tags/tag130.xml"/><Relationship Id="rId20" Type="http://schemas.openxmlformats.org/officeDocument/2006/relationships/tags" Target="../tags/tag129.xml"/><Relationship Id="rId2" Type="http://schemas.openxmlformats.org/officeDocument/2006/relationships/tags" Target="../tags/tag112.xml"/><Relationship Id="rId19" Type="http://schemas.openxmlformats.org/officeDocument/2006/relationships/tags" Target="../tags/tag128.xml"/><Relationship Id="rId18" Type="http://schemas.openxmlformats.org/officeDocument/2006/relationships/tags" Target="../tags/tag127.xml"/><Relationship Id="rId17" Type="http://schemas.openxmlformats.org/officeDocument/2006/relationships/tags" Target="../tags/tag126.xml"/><Relationship Id="rId16" Type="http://schemas.openxmlformats.org/officeDocument/2006/relationships/tags" Target="../tags/tag125.xml"/><Relationship Id="rId15" Type="http://schemas.openxmlformats.org/officeDocument/2006/relationships/tags" Target="../tags/tag124.xml"/><Relationship Id="rId14" Type="http://schemas.openxmlformats.org/officeDocument/2006/relationships/tags" Target="../tags/tag123.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tags" Target="../tags/tag182.xml"/><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9" Type="http://schemas.openxmlformats.org/officeDocument/2006/relationships/tags" Target="../tags/tag193.xml"/><Relationship Id="rId18" Type="http://schemas.openxmlformats.org/officeDocument/2006/relationships/tags" Target="../tags/tag192.xml"/><Relationship Id="rId17" Type="http://schemas.openxmlformats.org/officeDocument/2006/relationships/tags" Target="../tags/tag191.xml"/><Relationship Id="rId16" Type="http://schemas.openxmlformats.org/officeDocument/2006/relationships/tags" Target="../tags/tag190.xml"/><Relationship Id="rId15" Type="http://schemas.openxmlformats.org/officeDocument/2006/relationships/tags" Target="../tags/tag189.xml"/><Relationship Id="rId14" Type="http://schemas.openxmlformats.org/officeDocument/2006/relationships/tags" Target="../tags/tag188.xml"/><Relationship Id="rId13" Type="http://schemas.openxmlformats.org/officeDocument/2006/relationships/tags" Target="../tags/tag187.xml"/><Relationship Id="rId12" Type="http://schemas.openxmlformats.org/officeDocument/2006/relationships/tags" Target="../tags/tag186.xml"/><Relationship Id="rId11" Type="http://schemas.openxmlformats.org/officeDocument/2006/relationships/tags" Target="../tags/tag185.xml"/><Relationship Id="rId10" Type="http://schemas.openxmlformats.org/officeDocument/2006/relationships/tags" Target="../tags/tag18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7" name="文本框 6"/>
          <p:cNvSpPr txBox="1"/>
          <p:nvPr userDrawn="1">
            <p:custDataLst>
              <p:tags r:id="rId7"/>
            </p:custDataLst>
          </p:nvPr>
        </p:nvSpPr>
        <p:spPr>
          <a:xfrm>
            <a:off x="264795" y="158115"/>
            <a:ext cx="4064000" cy="368300"/>
          </a:xfrm>
          <a:prstGeom prst="rect">
            <a:avLst/>
          </a:prstGeom>
          <a:noFill/>
        </p:spPr>
        <p:txBody>
          <a:bodyPr wrap="square" rtlCol="0">
            <a:spAutoFit/>
          </a:bodyPr>
          <a:p>
            <a:pPr defTabSz="457200"/>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目录">
    <p:spTree>
      <p:nvGrpSpPr>
        <p:cNvPr id="1" name=""/>
        <p:cNvGrpSpPr/>
        <p:nvPr/>
      </p:nvGrpSpPr>
      <p:grpSpPr>
        <a:xfrm>
          <a:off x="0" y="0"/>
          <a:ext cx="0" cy="0"/>
          <a:chOff x="0" y="0"/>
          <a:chExt cx="0" cy="0"/>
        </a:xfrm>
      </p:grpSpPr>
      <p:sp>
        <p:nvSpPr>
          <p:cNvPr id="6" name="标题 1"/>
          <p:cNvSpPr>
            <a:spLocks noGrp="1"/>
          </p:cNvSpPr>
          <p:nvPr userDrawn="1">
            <p:ph type="title" hasCustomPrompt="1"/>
            <p:custDataLst>
              <p:tags r:id="rId2"/>
            </p:custDataLst>
          </p:nvPr>
        </p:nvSpPr>
        <p:spPr>
          <a:xfrm>
            <a:off x="9184640" y="3305810"/>
            <a:ext cx="1253490" cy="2607945"/>
          </a:xfrm>
        </p:spPr>
        <p:txBody>
          <a:bodyPr vert="eaVert" wrap="square" anchor="b">
            <a:normAutofit/>
          </a:bodyPr>
          <a:lstStyle>
            <a:lvl1pPr algn="ctr">
              <a:defRPr kumimoji="0" lang="zh-CN" altLang="en-US" sz="6000" b="1" i="0" u="none" strike="noStrike" kern="1200" cap="none" spc="0" normalizeH="0" baseline="0" noProof="1">
                <a:solidFill>
                  <a:schemeClr val="accent1">
                    <a:lumMod val="50000"/>
                  </a:schemeClr>
                </a:solidFill>
                <a:latin typeface="+mj-ea"/>
                <a:ea typeface="+mj-ea"/>
                <a:cs typeface="+mn-cs"/>
              </a:defRPr>
            </a:lvl1pPr>
          </a:lstStyle>
          <a:p>
            <a:r>
              <a:rPr lang="zh-CN" altLang="en-US" dirty="0"/>
              <a:t>标题</a:t>
            </a:r>
            <a:endParaRPr lang="zh-CN" altLang="en-US" dirty="0"/>
          </a:p>
        </p:txBody>
      </p:sp>
      <p:sp>
        <p:nvSpPr>
          <p:cNvPr id="9" name="灯片编号占位符 5"/>
          <p:cNvSpPr>
            <a:spLocks noGrp="1"/>
          </p:cNvSpPr>
          <p:nvPr userDrawn="1">
            <p:ph type="sldNum" sz="quarter" idx="12"/>
            <p:custDataLst>
              <p:tags r:id="rId3"/>
            </p:custDataLst>
          </p:nvPr>
        </p:nvSpPr>
        <p:spPr/>
        <p:txBody>
          <a:bodyPr wrap="square">
            <a:normAutofit/>
          </a:bodyPr>
          <a:lstStyle/>
          <a:p>
            <a:fld id="{BE5F26B5-172A-4DC2-B0B7-181CFC56B87C}" type="slidenum">
              <a:rPr lang="zh-CN" altLang="en-US" smtClean="0"/>
            </a:fld>
            <a:endParaRPr lang="zh-CN" altLang="en-US"/>
          </a:p>
        </p:txBody>
      </p:sp>
      <p:sp>
        <p:nvSpPr>
          <p:cNvPr id="8" name="页脚占位符 4"/>
          <p:cNvSpPr>
            <a:spLocks noGrp="1"/>
          </p:cNvSpPr>
          <p:nvPr userDrawn="1">
            <p:ph type="ftr" sz="quarter" idx="11"/>
            <p:custDataLst>
              <p:tags r:id="rId4"/>
            </p:custDataLst>
          </p:nvPr>
        </p:nvSpPr>
        <p:spPr/>
        <p:txBody>
          <a:bodyPr/>
          <a:lstStyle/>
          <a:p>
            <a:endParaRPr lang="zh-CN" altLang="en-US"/>
          </a:p>
        </p:txBody>
      </p:sp>
      <p:sp>
        <p:nvSpPr>
          <p:cNvPr id="5" name="日期占位符 3"/>
          <p:cNvSpPr>
            <a:spLocks noGrp="1"/>
          </p:cNvSpPr>
          <p:nvPr userDrawn="1">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17220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标题 1"/>
          <p:cNvSpPr>
            <a:spLocks noGrp="1"/>
          </p:cNvSpPr>
          <p:nvPr>
            <p:ph type="title"/>
            <p:custDataLst>
              <p:tags r:id="rId7"/>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custDataLst>
              <p:tags r:id="rId3"/>
            </p:custDataLst>
          </p:nvPr>
        </p:nvSpPr>
        <p:spPr>
          <a:xfrm>
            <a:off x="69596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custDataLst>
              <p:tags r:id="rId4"/>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custDataLst>
              <p:tags r:id="rId5"/>
            </p:custDataLst>
          </p:nvPr>
        </p:nvSpPr>
        <p:spPr>
          <a:xfrm>
            <a:off x="617220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10" name="标题 1"/>
          <p:cNvSpPr>
            <a:spLocks noGrp="1"/>
          </p:cNvSpPr>
          <p:nvPr>
            <p:ph type="title"/>
            <p:custDataLst>
              <p:tags r:id="rId9"/>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标题 1"/>
          <p:cNvSpPr>
            <a:spLocks noGrp="1"/>
          </p:cNvSpPr>
          <p:nvPr>
            <p:ph type="title"/>
            <p:custDataLst>
              <p:tags r:id="rId5"/>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Text Placeholder 5"/>
          <p:cNvSpPr>
            <a:spLocks noGrp="1"/>
          </p:cNvSpPr>
          <p:nvPr>
            <p:ph type="body" idx="13" hasCustomPrompt="1"/>
            <p:custDataLst>
              <p:tags r:id="rId5"/>
            </p:custDataLst>
          </p:nvPr>
        </p:nvSpPr>
        <p:spPr>
          <a:xfrm>
            <a:off x="695960" y="1301750"/>
            <a:ext cx="10799088" cy="405553"/>
          </a:xfrm>
        </p:spPr>
        <p:txBody>
          <a:bodyPr/>
          <a:lstStyle>
            <a:lvl5pPr>
              <a:buNone/>
              <a:defRPr/>
            </a:lvl5pPr>
          </a:lstStyle>
          <a:p>
            <a:pPr lvl="0"/>
            <a:r>
              <a:rPr lang="zh-CN" altLang="en-US" smtClean="0"/>
              <a:t>单击此处编辑副标题</a:t>
            </a:r>
            <a:endParaRPr lang="zh-CN" altLang="en-US" smtClean="0"/>
          </a:p>
        </p:txBody>
      </p:sp>
      <p:sp>
        <p:nvSpPr>
          <p:cNvPr id="7" name="标题 1"/>
          <p:cNvSpPr>
            <a:spLocks noGrp="1"/>
          </p:cNvSpPr>
          <p:nvPr>
            <p:ph type="title"/>
            <p:custDataLst>
              <p:tags r:id="rId6"/>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封面页_1_4">
    <p:bg>
      <p:bgRef idx="1001">
        <a:schemeClr val="bg1"/>
      </p:bgRef>
    </p:bg>
    <p:spTree>
      <p:nvGrpSpPr>
        <p:cNvPr id="1" name=""/>
        <p:cNvGrpSpPr/>
        <p:nvPr/>
      </p:nvGrpSpPr>
      <p:grpSpPr>
        <a:xfrm>
          <a:off x="0" y="0"/>
          <a:ext cx="0" cy="0"/>
          <a:chOff x="0" y="0"/>
          <a:chExt cx="0" cy="0"/>
        </a:xfrm>
      </p:grpSpPr>
      <p:pic>
        <p:nvPicPr>
          <p:cNvPr id="7" name="图片 4"/>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rcRect t="12359" r="12357"/>
          <a:stretch>
            <a:fillRect/>
          </a:stretch>
        </p:blipFill>
        <p:spPr>
          <a:xfrm>
            <a:off x="0" y="0"/>
            <a:ext cx="12192000" cy="6858000"/>
          </a:xfrm>
          <a:custGeom>
            <a:avLst/>
            <a:gdLst/>
            <a:ahLst/>
            <a:cxnLst>
              <a:cxn ang="3">
                <a:pos x="hc" y="t"/>
              </a:cxn>
              <a:cxn ang="cd2">
                <a:pos x="l" y="vc"/>
              </a:cxn>
              <a:cxn ang="cd4">
                <a:pos x="hc" y="b"/>
              </a:cxn>
              <a:cxn ang="0">
                <a:pos x="r" y="vc"/>
              </a:cxn>
            </a:cxnLst>
            <a:rect l="l" t="t" r="r" b="b"/>
            <a:pathLst>
              <a:path w="19200" h="10800">
                <a:moveTo>
                  <a:pt x="0" y="0"/>
                </a:moveTo>
                <a:lnTo>
                  <a:pt x="19200" y="0"/>
                </a:lnTo>
                <a:lnTo>
                  <a:pt x="19200" y="10800"/>
                </a:lnTo>
                <a:lnTo>
                  <a:pt x="0" y="10800"/>
                </a:lnTo>
                <a:lnTo>
                  <a:pt x="0" y="0"/>
                </a:lnTo>
                <a:close/>
              </a:path>
            </a:pathLst>
          </a:custGeom>
        </p:spPr>
      </p:pic>
      <p:sp>
        <p:nvSpPr>
          <p:cNvPr id="295" name="AutoShape 218"/>
          <p:cNvSpPr>
            <a:spLocks noChangeAspect="1" noChangeArrowheads="1" noTextEdit="1"/>
          </p:cNvSpPr>
          <p:nvPr userDrawn="1">
            <p:custDataLst>
              <p:tags r:id="rId4"/>
            </p:custDataLst>
          </p:nvPr>
        </p:nvSpPr>
        <p:spPr bwMode="auto">
          <a:xfrm>
            <a:off x="9573260" y="5645150"/>
            <a:ext cx="2348865" cy="91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
            <a:pPr defTabSz="457200"/>
            <a:endParaRPr lang="zh-CN" altLang="en-US" sz="2400"/>
          </a:p>
        </p:txBody>
      </p:sp>
      <p:sp>
        <p:nvSpPr>
          <p:cNvPr id="296" name="Line 220"/>
          <p:cNvSpPr>
            <a:spLocks noChangeShapeType="1"/>
          </p:cNvSpPr>
          <p:nvPr userDrawn="1">
            <p:custDataLst>
              <p:tags r:id="rId5"/>
            </p:custDataLst>
          </p:nvPr>
        </p:nvSpPr>
        <p:spPr bwMode="auto">
          <a:xfrm flipH="1">
            <a:off x="1095629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7" name="Line 221"/>
          <p:cNvSpPr>
            <a:spLocks noChangeShapeType="1"/>
          </p:cNvSpPr>
          <p:nvPr userDrawn="1">
            <p:custDataLst>
              <p:tags r:id="rId6"/>
            </p:custDataLst>
          </p:nvPr>
        </p:nvSpPr>
        <p:spPr bwMode="auto">
          <a:xfrm flipH="1">
            <a:off x="10728325" y="65646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8" name="Line 222"/>
          <p:cNvSpPr>
            <a:spLocks noChangeShapeType="1"/>
          </p:cNvSpPr>
          <p:nvPr userDrawn="1">
            <p:custDataLst>
              <p:tags r:id="rId7"/>
            </p:custDataLst>
          </p:nvPr>
        </p:nvSpPr>
        <p:spPr bwMode="auto">
          <a:xfrm flipH="1">
            <a:off x="10499090"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9" name="Line 223"/>
          <p:cNvSpPr>
            <a:spLocks noChangeShapeType="1"/>
          </p:cNvSpPr>
          <p:nvPr userDrawn="1">
            <p:custDataLst>
              <p:tags r:id="rId8"/>
            </p:custDataLst>
          </p:nvPr>
        </p:nvSpPr>
        <p:spPr bwMode="auto">
          <a:xfrm flipH="1">
            <a:off x="10271125"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0" name="Line 224"/>
          <p:cNvSpPr>
            <a:spLocks noChangeShapeType="1"/>
          </p:cNvSpPr>
          <p:nvPr userDrawn="1">
            <p:custDataLst>
              <p:tags r:id="rId9"/>
            </p:custDataLst>
          </p:nvPr>
        </p:nvSpPr>
        <p:spPr bwMode="auto">
          <a:xfrm flipH="1">
            <a:off x="958850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1" name="Line 225"/>
          <p:cNvSpPr>
            <a:spLocks noChangeShapeType="1"/>
          </p:cNvSpPr>
          <p:nvPr userDrawn="1">
            <p:custDataLst>
              <p:tags r:id="rId10"/>
            </p:custDataLst>
          </p:nvPr>
        </p:nvSpPr>
        <p:spPr bwMode="auto">
          <a:xfrm flipH="1">
            <a:off x="1106614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2" name="Line 226"/>
          <p:cNvSpPr>
            <a:spLocks noChangeShapeType="1"/>
          </p:cNvSpPr>
          <p:nvPr userDrawn="1">
            <p:custDataLst>
              <p:tags r:id="rId11"/>
            </p:custDataLst>
          </p:nvPr>
        </p:nvSpPr>
        <p:spPr bwMode="auto">
          <a:xfrm flipH="1">
            <a:off x="10836910"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3" name="Line 227"/>
          <p:cNvSpPr>
            <a:spLocks noChangeShapeType="1"/>
          </p:cNvSpPr>
          <p:nvPr userDrawn="1">
            <p:custDataLst>
              <p:tags r:id="rId12"/>
            </p:custDataLst>
          </p:nvPr>
        </p:nvSpPr>
        <p:spPr bwMode="auto">
          <a:xfrm flipH="1">
            <a:off x="10608945"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4" name="Line 228"/>
          <p:cNvSpPr>
            <a:spLocks noChangeShapeType="1"/>
          </p:cNvSpPr>
          <p:nvPr userDrawn="1">
            <p:custDataLst>
              <p:tags r:id="rId13"/>
            </p:custDataLst>
          </p:nvPr>
        </p:nvSpPr>
        <p:spPr bwMode="auto">
          <a:xfrm flipH="1">
            <a:off x="10379710" y="64477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5" name="Line 229"/>
          <p:cNvSpPr>
            <a:spLocks noChangeShapeType="1"/>
          </p:cNvSpPr>
          <p:nvPr userDrawn="1">
            <p:custDataLst>
              <p:tags r:id="rId14"/>
            </p:custDataLst>
          </p:nvPr>
        </p:nvSpPr>
        <p:spPr bwMode="auto">
          <a:xfrm flipH="1">
            <a:off x="9923780" y="64477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6" name="Line 230"/>
          <p:cNvSpPr>
            <a:spLocks noChangeShapeType="1"/>
          </p:cNvSpPr>
          <p:nvPr userDrawn="1">
            <p:custDataLst>
              <p:tags r:id="rId15"/>
            </p:custDataLst>
          </p:nvPr>
        </p:nvSpPr>
        <p:spPr bwMode="auto">
          <a:xfrm flipH="1">
            <a:off x="969835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7" name="Line 231"/>
          <p:cNvSpPr>
            <a:spLocks noChangeShapeType="1"/>
          </p:cNvSpPr>
          <p:nvPr userDrawn="1">
            <p:custDataLst>
              <p:tags r:id="rId16"/>
            </p:custDataLst>
          </p:nvPr>
        </p:nvSpPr>
        <p:spPr bwMode="auto">
          <a:xfrm flipH="1">
            <a:off x="10490200"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8" name="Line 232"/>
          <p:cNvSpPr>
            <a:spLocks noChangeShapeType="1"/>
          </p:cNvSpPr>
          <p:nvPr userDrawn="1">
            <p:custDataLst>
              <p:tags r:id="rId17"/>
            </p:custDataLst>
          </p:nvPr>
        </p:nvSpPr>
        <p:spPr bwMode="auto">
          <a:xfrm flipH="1">
            <a:off x="10262235"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9" name="Line 233"/>
          <p:cNvSpPr>
            <a:spLocks noChangeShapeType="1"/>
          </p:cNvSpPr>
          <p:nvPr userDrawn="1">
            <p:custDataLst>
              <p:tags r:id="rId18"/>
            </p:custDataLst>
          </p:nvPr>
        </p:nvSpPr>
        <p:spPr bwMode="auto">
          <a:xfrm flipH="1">
            <a:off x="10033000"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0" name="Line 234"/>
          <p:cNvSpPr>
            <a:spLocks noChangeShapeType="1"/>
          </p:cNvSpPr>
          <p:nvPr userDrawn="1">
            <p:custDataLst>
              <p:tags r:id="rId19"/>
            </p:custDataLst>
          </p:nvPr>
        </p:nvSpPr>
        <p:spPr bwMode="auto">
          <a:xfrm flipH="1">
            <a:off x="9807575"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1" name="Line 235"/>
          <p:cNvSpPr>
            <a:spLocks noChangeShapeType="1"/>
          </p:cNvSpPr>
          <p:nvPr userDrawn="1">
            <p:custDataLst>
              <p:tags r:id="rId20"/>
            </p:custDataLst>
          </p:nvPr>
        </p:nvSpPr>
        <p:spPr bwMode="auto">
          <a:xfrm flipH="1">
            <a:off x="1128141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2" name="Line 236"/>
          <p:cNvSpPr>
            <a:spLocks noChangeShapeType="1"/>
          </p:cNvSpPr>
          <p:nvPr userDrawn="1">
            <p:custDataLst>
              <p:tags r:id="rId21"/>
            </p:custDataLst>
          </p:nvPr>
        </p:nvSpPr>
        <p:spPr bwMode="auto">
          <a:xfrm flipH="1">
            <a:off x="1105344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3" name="Line 237"/>
          <p:cNvSpPr>
            <a:spLocks noChangeShapeType="1"/>
          </p:cNvSpPr>
          <p:nvPr userDrawn="1">
            <p:custDataLst>
              <p:tags r:id="rId22"/>
            </p:custDataLst>
          </p:nvPr>
        </p:nvSpPr>
        <p:spPr bwMode="auto">
          <a:xfrm flipH="1">
            <a:off x="10828020" y="62210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4" name="Line 238"/>
          <p:cNvSpPr>
            <a:spLocks noChangeShapeType="1"/>
          </p:cNvSpPr>
          <p:nvPr userDrawn="1">
            <p:custDataLst>
              <p:tags r:id="rId23"/>
            </p:custDataLst>
          </p:nvPr>
        </p:nvSpPr>
        <p:spPr bwMode="auto">
          <a:xfrm flipH="1">
            <a:off x="10600055" y="62210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5" name="Line 239"/>
          <p:cNvSpPr>
            <a:spLocks noChangeShapeType="1"/>
          </p:cNvSpPr>
          <p:nvPr userDrawn="1">
            <p:custDataLst>
              <p:tags r:id="rId24"/>
            </p:custDataLst>
          </p:nvPr>
        </p:nvSpPr>
        <p:spPr bwMode="auto">
          <a:xfrm flipH="1">
            <a:off x="10370820"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6" name="Line 240"/>
          <p:cNvSpPr>
            <a:spLocks noChangeShapeType="1"/>
          </p:cNvSpPr>
          <p:nvPr userDrawn="1">
            <p:custDataLst>
              <p:tags r:id="rId25"/>
            </p:custDataLst>
          </p:nvPr>
        </p:nvSpPr>
        <p:spPr bwMode="auto">
          <a:xfrm flipH="1">
            <a:off x="1014285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7" name="Line 241"/>
          <p:cNvSpPr>
            <a:spLocks noChangeShapeType="1"/>
          </p:cNvSpPr>
          <p:nvPr userDrawn="1">
            <p:custDataLst>
              <p:tags r:id="rId26"/>
            </p:custDataLst>
          </p:nvPr>
        </p:nvSpPr>
        <p:spPr bwMode="auto">
          <a:xfrm flipH="1">
            <a:off x="991362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8" name="Line 242"/>
          <p:cNvSpPr>
            <a:spLocks noChangeShapeType="1"/>
          </p:cNvSpPr>
          <p:nvPr userDrawn="1">
            <p:custDataLst>
              <p:tags r:id="rId27"/>
            </p:custDataLst>
          </p:nvPr>
        </p:nvSpPr>
        <p:spPr bwMode="auto">
          <a:xfrm flipH="1">
            <a:off x="1116393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9" name="Line 243"/>
          <p:cNvSpPr>
            <a:spLocks noChangeShapeType="1"/>
          </p:cNvSpPr>
          <p:nvPr userDrawn="1">
            <p:custDataLst>
              <p:tags r:id="rId28"/>
            </p:custDataLst>
          </p:nvPr>
        </p:nvSpPr>
        <p:spPr bwMode="auto">
          <a:xfrm flipH="1">
            <a:off x="10934700" y="610743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0" name="Line 244"/>
          <p:cNvSpPr>
            <a:spLocks noChangeShapeType="1"/>
          </p:cNvSpPr>
          <p:nvPr userDrawn="1">
            <p:custDataLst>
              <p:tags r:id="rId29"/>
            </p:custDataLst>
          </p:nvPr>
        </p:nvSpPr>
        <p:spPr bwMode="auto">
          <a:xfrm flipH="1">
            <a:off x="10709275"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1" name="Line 245"/>
          <p:cNvSpPr>
            <a:spLocks noChangeShapeType="1"/>
          </p:cNvSpPr>
          <p:nvPr userDrawn="1">
            <p:custDataLst>
              <p:tags r:id="rId30"/>
            </p:custDataLst>
          </p:nvPr>
        </p:nvSpPr>
        <p:spPr bwMode="auto">
          <a:xfrm flipH="1">
            <a:off x="10481310"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2" name="Line 246"/>
          <p:cNvSpPr>
            <a:spLocks noChangeShapeType="1"/>
          </p:cNvSpPr>
          <p:nvPr userDrawn="1">
            <p:custDataLst>
              <p:tags r:id="rId31"/>
            </p:custDataLst>
          </p:nvPr>
        </p:nvSpPr>
        <p:spPr bwMode="auto">
          <a:xfrm flipH="1">
            <a:off x="979614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3" name="Line 247"/>
          <p:cNvSpPr>
            <a:spLocks noChangeShapeType="1"/>
          </p:cNvSpPr>
          <p:nvPr userDrawn="1">
            <p:custDataLst>
              <p:tags r:id="rId32"/>
            </p:custDataLst>
          </p:nvPr>
        </p:nvSpPr>
        <p:spPr bwMode="auto">
          <a:xfrm flipH="1">
            <a:off x="9570720" y="61074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4" name="Line 248"/>
          <p:cNvSpPr>
            <a:spLocks noChangeShapeType="1"/>
          </p:cNvSpPr>
          <p:nvPr userDrawn="1">
            <p:custDataLst>
              <p:tags r:id="rId33"/>
            </p:custDataLst>
          </p:nvPr>
        </p:nvSpPr>
        <p:spPr bwMode="auto">
          <a:xfrm flipH="1">
            <a:off x="1172972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5" name="Line 249"/>
          <p:cNvSpPr>
            <a:spLocks noChangeShapeType="1"/>
          </p:cNvSpPr>
          <p:nvPr userDrawn="1">
            <p:custDataLst>
              <p:tags r:id="rId34"/>
            </p:custDataLst>
          </p:nvPr>
        </p:nvSpPr>
        <p:spPr bwMode="auto">
          <a:xfrm flipH="1">
            <a:off x="1127252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6" name="Line 250"/>
          <p:cNvSpPr>
            <a:spLocks noChangeShapeType="1"/>
          </p:cNvSpPr>
          <p:nvPr userDrawn="1">
            <p:custDataLst>
              <p:tags r:id="rId35"/>
            </p:custDataLst>
          </p:nvPr>
        </p:nvSpPr>
        <p:spPr bwMode="auto">
          <a:xfrm flipH="1">
            <a:off x="10816590"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7" name="Line 251"/>
          <p:cNvSpPr>
            <a:spLocks noChangeShapeType="1"/>
          </p:cNvSpPr>
          <p:nvPr userDrawn="1">
            <p:custDataLst>
              <p:tags r:id="rId36"/>
            </p:custDataLst>
          </p:nvPr>
        </p:nvSpPr>
        <p:spPr bwMode="auto">
          <a:xfrm flipH="1">
            <a:off x="10591165" y="59905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8" name="Line 252"/>
          <p:cNvSpPr>
            <a:spLocks noChangeShapeType="1"/>
          </p:cNvSpPr>
          <p:nvPr userDrawn="1">
            <p:custDataLst>
              <p:tags r:id="rId37"/>
            </p:custDataLst>
          </p:nvPr>
        </p:nvSpPr>
        <p:spPr bwMode="auto">
          <a:xfrm flipH="1">
            <a:off x="1036193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9" name="Line 253"/>
          <p:cNvSpPr>
            <a:spLocks noChangeShapeType="1"/>
          </p:cNvSpPr>
          <p:nvPr userDrawn="1">
            <p:custDataLst>
              <p:tags r:id="rId38"/>
            </p:custDataLst>
          </p:nvPr>
        </p:nvSpPr>
        <p:spPr bwMode="auto">
          <a:xfrm flipH="1">
            <a:off x="101339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0" name="Line 254"/>
          <p:cNvSpPr>
            <a:spLocks noChangeShapeType="1"/>
          </p:cNvSpPr>
          <p:nvPr userDrawn="1">
            <p:custDataLst>
              <p:tags r:id="rId39"/>
            </p:custDataLst>
          </p:nvPr>
        </p:nvSpPr>
        <p:spPr bwMode="auto">
          <a:xfrm flipH="1">
            <a:off x="990473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1" name="Line 255"/>
          <p:cNvSpPr>
            <a:spLocks noChangeShapeType="1"/>
          </p:cNvSpPr>
          <p:nvPr userDrawn="1">
            <p:custDataLst>
              <p:tags r:id="rId40"/>
            </p:custDataLst>
          </p:nvPr>
        </p:nvSpPr>
        <p:spPr bwMode="auto">
          <a:xfrm flipH="1">
            <a:off x="96767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2" name="Line 256"/>
          <p:cNvSpPr>
            <a:spLocks noChangeShapeType="1"/>
          </p:cNvSpPr>
          <p:nvPr userDrawn="1">
            <p:custDataLst>
              <p:tags r:id="rId41"/>
            </p:custDataLst>
          </p:nvPr>
        </p:nvSpPr>
        <p:spPr bwMode="auto">
          <a:xfrm flipH="1">
            <a:off x="118395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3" name="Line 257"/>
          <p:cNvSpPr>
            <a:spLocks noChangeShapeType="1"/>
          </p:cNvSpPr>
          <p:nvPr userDrawn="1">
            <p:custDataLst>
              <p:tags r:id="rId42"/>
            </p:custDataLst>
          </p:nvPr>
        </p:nvSpPr>
        <p:spPr bwMode="auto">
          <a:xfrm flipH="1">
            <a:off x="1161034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4" name="Line 258"/>
          <p:cNvSpPr>
            <a:spLocks noChangeShapeType="1"/>
          </p:cNvSpPr>
          <p:nvPr userDrawn="1">
            <p:custDataLst>
              <p:tags r:id="rId43"/>
            </p:custDataLst>
          </p:nvPr>
        </p:nvSpPr>
        <p:spPr bwMode="auto">
          <a:xfrm flipH="1">
            <a:off x="113823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5" name="Line 259"/>
          <p:cNvSpPr>
            <a:spLocks noChangeShapeType="1"/>
          </p:cNvSpPr>
          <p:nvPr userDrawn="1">
            <p:custDataLst>
              <p:tags r:id="rId44"/>
            </p:custDataLst>
          </p:nvPr>
        </p:nvSpPr>
        <p:spPr bwMode="auto">
          <a:xfrm flipH="1">
            <a:off x="1115441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6" name="Line 260"/>
          <p:cNvSpPr>
            <a:spLocks noChangeShapeType="1"/>
          </p:cNvSpPr>
          <p:nvPr userDrawn="1">
            <p:custDataLst>
              <p:tags r:id="rId45"/>
            </p:custDataLst>
          </p:nvPr>
        </p:nvSpPr>
        <p:spPr bwMode="auto">
          <a:xfrm flipH="1">
            <a:off x="1092517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7" name="Line 261"/>
          <p:cNvSpPr>
            <a:spLocks noChangeShapeType="1"/>
          </p:cNvSpPr>
          <p:nvPr userDrawn="1">
            <p:custDataLst>
              <p:tags r:id="rId46"/>
            </p:custDataLst>
          </p:nvPr>
        </p:nvSpPr>
        <p:spPr bwMode="auto">
          <a:xfrm flipH="1">
            <a:off x="1047242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8" name="Line 262"/>
          <p:cNvSpPr>
            <a:spLocks noChangeShapeType="1"/>
          </p:cNvSpPr>
          <p:nvPr userDrawn="1">
            <p:custDataLst>
              <p:tags r:id="rId47"/>
            </p:custDataLst>
          </p:nvPr>
        </p:nvSpPr>
        <p:spPr bwMode="auto">
          <a:xfrm flipH="1">
            <a:off x="1024318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9" name="Line 263"/>
          <p:cNvSpPr>
            <a:spLocks noChangeShapeType="1"/>
          </p:cNvSpPr>
          <p:nvPr userDrawn="1">
            <p:custDataLst>
              <p:tags r:id="rId48"/>
            </p:custDataLst>
          </p:nvPr>
        </p:nvSpPr>
        <p:spPr bwMode="auto">
          <a:xfrm flipH="1">
            <a:off x="1001522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0" name="Line 264"/>
          <p:cNvSpPr>
            <a:spLocks noChangeShapeType="1"/>
          </p:cNvSpPr>
          <p:nvPr userDrawn="1">
            <p:custDataLst>
              <p:tags r:id="rId49"/>
            </p:custDataLst>
          </p:nvPr>
        </p:nvSpPr>
        <p:spPr bwMode="auto">
          <a:xfrm flipH="1">
            <a:off x="978725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1" name="Line 265"/>
          <p:cNvSpPr>
            <a:spLocks noChangeShapeType="1"/>
          </p:cNvSpPr>
          <p:nvPr userDrawn="1">
            <p:custDataLst>
              <p:tags r:id="rId50"/>
            </p:custDataLst>
          </p:nvPr>
        </p:nvSpPr>
        <p:spPr bwMode="auto">
          <a:xfrm flipH="1">
            <a:off x="1149286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2" name="Line 266"/>
          <p:cNvSpPr>
            <a:spLocks noChangeShapeType="1"/>
          </p:cNvSpPr>
          <p:nvPr userDrawn="1">
            <p:custDataLst>
              <p:tags r:id="rId51"/>
            </p:custDataLst>
          </p:nvPr>
        </p:nvSpPr>
        <p:spPr bwMode="auto">
          <a:xfrm flipH="1">
            <a:off x="1126363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3" name="Line 267"/>
          <p:cNvSpPr>
            <a:spLocks noChangeShapeType="1"/>
          </p:cNvSpPr>
          <p:nvPr userDrawn="1">
            <p:custDataLst>
              <p:tags r:id="rId52"/>
            </p:custDataLst>
          </p:nvPr>
        </p:nvSpPr>
        <p:spPr bwMode="auto">
          <a:xfrm flipH="1">
            <a:off x="11035665"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4" name="Line 268"/>
          <p:cNvSpPr>
            <a:spLocks noChangeShapeType="1"/>
          </p:cNvSpPr>
          <p:nvPr userDrawn="1">
            <p:custDataLst>
              <p:tags r:id="rId53"/>
            </p:custDataLst>
          </p:nvPr>
        </p:nvSpPr>
        <p:spPr bwMode="auto">
          <a:xfrm flipH="1">
            <a:off x="10806430" y="57638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5" name="Line 269"/>
          <p:cNvSpPr>
            <a:spLocks noChangeShapeType="1"/>
          </p:cNvSpPr>
          <p:nvPr userDrawn="1">
            <p:custDataLst>
              <p:tags r:id="rId54"/>
            </p:custDataLst>
          </p:nvPr>
        </p:nvSpPr>
        <p:spPr bwMode="auto">
          <a:xfrm flipH="1">
            <a:off x="10581005"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6" name="Line 270"/>
          <p:cNvSpPr>
            <a:spLocks noChangeShapeType="1"/>
          </p:cNvSpPr>
          <p:nvPr userDrawn="1">
            <p:custDataLst>
              <p:tags r:id="rId55"/>
            </p:custDataLst>
          </p:nvPr>
        </p:nvSpPr>
        <p:spPr bwMode="auto">
          <a:xfrm flipH="1">
            <a:off x="10353040"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7" name="Line 271"/>
          <p:cNvSpPr>
            <a:spLocks noChangeShapeType="1"/>
          </p:cNvSpPr>
          <p:nvPr userDrawn="1">
            <p:custDataLst>
              <p:tags r:id="rId56"/>
            </p:custDataLst>
          </p:nvPr>
        </p:nvSpPr>
        <p:spPr bwMode="auto">
          <a:xfrm flipH="1">
            <a:off x="1012507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8" name="Line 272"/>
          <p:cNvSpPr>
            <a:spLocks noChangeShapeType="1"/>
          </p:cNvSpPr>
          <p:nvPr userDrawn="1">
            <p:custDataLst>
              <p:tags r:id="rId57"/>
            </p:custDataLst>
          </p:nvPr>
        </p:nvSpPr>
        <p:spPr bwMode="auto">
          <a:xfrm flipH="1">
            <a:off x="989584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9" name="Line 273"/>
          <p:cNvSpPr>
            <a:spLocks noChangeShapeType="1"/>
          </p:cNvSpPr>
          <p:nvPr userDrawn="1">
            <p:custDataLst>
              <p:tags r:id="rId58"/>
            </p:custDataLst>
          </p:nvPr>
        </p:nvSpPr>
        <p:spPr bwMode="auto">
          <a:xfrm flipH="1">
            <a:off x="11373485"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0" name="Line 274"/>
          <p:cNvSpPr>
            <a:spLocks noChangeShapeType="1"/>
          </p:cNvSpPr>
          <p:nvPr userDrawn="1">
            <p:custDataLst>
              <p:tags r:id="rId59"/>
            </p:custDataLst>
          </p:nvPr>
        </p:nvSpPr>
        <p:spPr bwMode="auto">
          <a:xfrm flipH="1">
            <a:off x="10688320" y="565150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1" name="Line 275"/>
          <p:cNvSpPr>
            <a:spLocks noChangeShapeType="1"/>
          </p:cNvSpPr>
          <p:nvPr userDrawn="1">
            <p:custDataLst>
              <p:tags r:id="rId60"/>
            </p:custDataLst>
          </p:nvPr>
        </p:nvSpPr>
        <p:spPr bwMode="auto">
          <a:xfrm flipH="1">
            <a:off x="10462895" y="565150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2" name="Line 276"/>
          <p:cNvSpPr>
            <a:spLocks noChangeShapeType="1"/>
          </p:cNvSpPr>
          <p:nvPr userDrawn="1">
            <p:custDataLst>
              <p:tags r:id="rId61"/>
            </p:custDataLst>
          </p:nvPr>
        </p:nvSpPr>
        <p:spPr bwMode="auto">
          <a:xfrm flipH="1">
            <a:off x="10233660"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9" name="日期占位符 4"/>
          <p:cNvSpPr>
            <a:spLocks noGrp="1"/>
          </p:cNvSpPr>
          <p:nvPr>
            <p:ph type="dt" sz="half" idx="16385"/>
            <p:custDataLst>
              <p:tags r:id="rId62"/>
            </p:custDataLst>
          </p:nvPr>
        </p:nvSpPr>
        <p:spPr/>
        <p:txBody>
          <a:bodyPr wrap="square">
            <a:normAutofit/>
          </a:bodyPr>
          <a:lstStyle/>
          <a:p>
            <a:fld id="{5592522B-0F24-4480-B9DD-A9474A6880D6}" type="datetimeFigureOut">
              <a:rPr lang="zh-CN" altLang="en-US" smtClean="0"/>
            </a:fld>
            <a:endParaRPr lang="zh-CN" altLang="en-US"/>
          </a:p>
        </p:txBody>
      </p:sp>
      <p:sp>
        <p:nvSpPr>
          <p:cNvPr id="10" name="页脚占位符 5"/>
          <p:cNvSpPr>
            <a:spLocks noGrp="1"/>
          </p:cNvSpPr>
          <p:nvPr>
            <p:ph type="ftr" sz="quarter" idx="16386"/>
            <p:custDataLst>
              <p:tags r:id="rId63"/>
            </p:custDataLst>
          </p:nvPr>
        </p:nvSpPr>
        <p:spPr/>
        <p:txBody>
          <a:bodyPr>
            <a:normAutofit/>
          </a:bodyPr>
          <a:lstStyle/>
          <a:p>
            <a:endParaRPr lang="zh-CN" altLang="en-US" dirty="0"/>
          </a:p>
        </p:txBody>
      </p:sp>
      <p:sp>
        <p:nvSpPr>
          <p:cNvPr id="8" name="日期"/>
          <p:cNvSpPr>
            <a:spLocks noGrp="1"/>
          </p:cNvSpPr>
          <p:nvPr>
            <p:ph type="body" idx="16388" hasCustomPrompt="1"/>
            <p:custDataLst>
              <p:tags r:id="rId64"/>
            </p:custDataLst>
          </p:nvPr>
        </p:nvSpPr>
        <p:spPr>
          <a:xfrm>
            <a:off x="2145771" y="1981200"/>
            <a:ext cx="7875058" cy="457200"/>
          </a:xfrm>
        </p:spPr>
        <p:txBody>
          <a:bodyPr vert="horz" wrap="square" lIns="0" tIns="0" rIns="0" bIns="0" anchor="t">
            <a:normAutofit/>
          </a:bodyPr>
          <a:lstStyle>
            <a:lvl1pPr marL="0" indent="0" algn="ctr">
              <a:lnSpc>
                <a:spcPct val="125000"/>
              </a:lnSpc>
              <a:spcBef>
                <a:spcPct val="0"/>
              </a:spcBef>
              <a:spcAft>
                <a:spcPct val="0"/>
              </a:spcAft>
              <a:buNone/>
              <a:defRPr sz="2400" b="1" spc="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20XX YEAR</a:t>
            </a:r>
            <a:endParaRPr lang="zh-CN" altLang="en-US" dirty="0"/>
          </a:p>
        </p:txBody>
      </p:sp>
      <p:sp>
        <p:nvSpPr>
          <p:cNvPr id="6" name="标题 2"/>
          <p:cNvSpPr>
            <a:spLocks noGrp="1"/>
          </p:cNvSpPr>
          <p:nvPr>
            <p:ph type="ctrTitle" idx="16387" hasCustomPrompt="1"/>
            <p:custDataLst>
              <p:tags r:id="rId65"/>
            </p:custDataLst>
          </p:nvPr>
        </p:nvSpPr>
        <p:spPr>
          <a:xfrm>
            <a:off x="1903677" y="2489200"/>
            <a:ext cx="8384646" cy="1879600"/>
          </a:xfrm>
        </p:spPr>
        <p:txBody>
          <a:bodyPr vert="horz" wrap="square" lIns="0" tIns="0" rIns="0" bIns="0" anchor="t" anchorCtr="0">
            <a:normAutofit/>
          </a:bodyPr>
          <a:lstStyle>
            <a:lvl1pPr marL="0" indent="0" algn="ctr">
              <a:lnSpc>
                <a:spcPct val="100000"/>
              </a:lnSpc>
              <a:spcBef>
                <a:spcPct val="0"/>
              </a:spcBef>
              <a:spcAft>
                <a:spcPct val="0"/>
              </a:spcAft>
              <a:buNone/>
              <a:defRPr sz="6000" spc="0">
                <a:solidFill>
                  <a:schemeClr val="accent1">
                    <a:lumMod val="50000"/>
                  </a:schemeClr>
                </a:solidFill>
              </a:defRPr>
            </a:lvl1pPr>
          </a:lstStyle>
          <a:p>
            <a:r>
              <a:rPr lang="zh-CN" altLang="en-US" dirty="0"/>
              <a:t>单击此处添加文档标题</a:t>
            </a:r>
            <a:endParaRPr lang="zh-CN" altLang="en-US" dirty="0"/>
          </a:p>
        </p:txBody>
      </p:sp>
      <p:sp>
        <p:nvSpPr>
          <p:cNvPr id="19" name="署名占位符 10"/>
          <p:cNvSpPr>
            <a:spLocks noGrp="1"/>
          </p:cNvSpPr>
          <p:nvPr>
            <p:ph type="body" sz="quarter" idx="16389" hasCustomPrompt="1"/>
            <p:custDataLst>
              <p:tags r:id="rId66"/>
            </p:custDataLst>
          </p:nvPr>
        </p:nvSpPr>
        <p:spPr>
          <a:xfrm>
            <a:off x="4812859" y="4419600"/>
            <a:ext cx="2540882" cy="533400"/>
          </a:xfrm>
          <a:prstGeom prst="roundRect">
            <a:avLst>
              <a:gd name="adj" fmla="val 50000"/>
            </a:avLst>
          </a:prstGeom>
          <a:solidFill>
            <a:schemeClr val="accent3"/>
          </a:solidFill>
        </p:spPr>
        <p:txBody>
          <a:bodyPr vert="horz" wrap="square" lIns="0" tIns="0" rIns="0" bIns="0" anchor="ctr" anchorCtr="0">
            <a:normAutofit/>
          </a:bodyPr>
          <a:lstStyle>
            <a:lvl1pPr marL="0" indent="0" algn="ctr">
              <a:lnSpc>
                <a:spcPct val="100000"/>
              </a:lnSpc>
              <a:spcBef>
                <a:spcPct val="0"/>
              </a:spcBef>
              <a:spcAft>
                <a:spcPct val="0"/>
              </a:spcAft>
              <a:buNone/>
              <a:defRPr sz="2000" b="1" spc="0">
                <a:solidFill>
                  <a:srgbClr val="FFFFFF"/>
                </a:solidFill>
              </a:defRPr>
            </a:lvl1pPr>
          </a:lstStyle>
          <a:p>
            <a:pPr lvl="0"/>
            <a:r>
              <a:rPr lang="zh-CN" altLang="en-US" dirty="0"/>
              <a:t>BY WPS</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章节页_1_4">
    <p:bg>
      <p:bgRef idx="1001">
        <a:schemeClr val="bg1"/>
      </p:bgRef>
    </p:bg>
    <p:spTree>
      <p:nvGrpSpPr>
        <p:cNvPr id="1" name=""/>
        <p:cNvGrpSpPr/>
        <p:nvPr/>
      </p:nvGrpSpPr>
      <p:grpSpPr>
        <a:xfrm>
          <a:off x="0" y="0"/>
          <a:ext cx="0" cy="0"/>
          <a:chOff x="0" y="0"/>
          <a:chExt cx="0" cy="0"/>
        </a:xfrm>
      </p:grpSpPr>
      <p:pic>
        <p:nvPicPr>
          <p:cNvPr id="6" name="图片 1"/>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0"/>
            <a:ext cx="12191365" cy="6858000"/>
          </a:xfrm>
          <a:prstGeom prst="rect">
            <a:avLst/>
          </a:prstGeom>
          <a:solidFill>
            <a:schemeClr val="tx2"/>
          </a:solidFill>
        </p:spPr>
      </p:pic>
      <p:sp>
        <p:nvSpPr>
          <p:cNvPr id="8" name="日期占位符 3"/>
          <p:cNvSpPr>
            <a:spLocks noGrp="1"/>
          </p:cNvSpPr>
          <p:nvPr>
            <p:ph type="dt" sz="half" idx="16385"/>
            <p:custDataLst>
              <p:tags r:id="rId4"/>
            </p:custDataLst>
          </p:nvPr>
        </p:nvSpPr>
        <p:spPr/>
        <p:txBody>
          <a:bodyPr/>
          <a:lstStyle/>
          <a:p>
            <a:fld id="{760FBDFE-C587-4B4C-A407-44438C67B59E}" type="datetimeFigureOut">
              <a:rPr lang="zh-CN" altLang="en-US" smtClean="0"/>
            </a:fld>
            <a:endParaRPr lang="zh-CN" altLang="en-US"/>
          </a:p>
        </p:txBody>
      </p:sp>
      <p:sp>
        <p:nvSpPr>
          <p:cNvPr id="9" name="页脚占位符 4"/>
          <p:cNvSpPr>
            <a:spLocks noGrp="1"/>
          </p:cNvSpPr>
          <p:nvPr>
            <p:ph type="ftr" sz="quarter" idx="16386"/>
            <p:custDataLst>
              <p:tags r:id="rId5"/>
            </p:custDataLst>
          </p:nvPr>
        </p:nvSpPr>
        <p:spPr/>
        <p:txBody>
          <a:bodyPr/>
          <a:lstStyle/>
          <a:p>
            <a:endParaRPr lang="zh-CN" altLang="en-US"/>
          </a:p>
        </p:txBody>
      </p:sp>
      <p:sp>
        <p:nvSpPr>
          <p:cNvPr id="10" name="灯片编号占位符 5"/>
          <p:cNvSpPr>
            <a:spLocks noGrp="1"/>
          </p:cNvSpPr>
          <p:nvPr>
            <p:ph type="sldNum" sz="quarter" idx="16387"/>
            <p:custDataLst>
              <p:tags r:id="rId6"/>
            </p:custDataLst>
          </p:nvPr>
        </p:nvSpPr>
        <p:spPr/>
        <p:txBody>
          <a:bodyPr/>
          <a:lstStyle/>
          <a:p>
            <a:fld id="{49AE70B2-8BF9-45C0-BB95-33D1B9D3A854}" type="slidenum">
              <a:rPr lang="zh-CN" altLang="en-US" smtClean="0"/>
            </a:fld>
            <a:endParaRPr lang="zh-CN" altLang="en-US"/>
          </a:p>
        </p:txBody>
      </p:sp>
      <p:sp>
        <p:nvSpPr>
          <p:cNvPr id="15" name="矩形 14"/>
          <p:cNvSpPr/>
          <p:nvPr userDrawn="1">
            <p:custDataLst>
              <p:tags r:id="rId7"/>
            </p:custDataLst>
          </p:nvPr>
        </p:nvSpPr>
        <p:spPr>
          <a:xfrm>
            <a:off x="8463915" y="1841500"/>
            <a:ext cx="1705610" cy="1228725"/>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defTabSz="457200"/>
            <a:endParaRPr lang="zh-CN" altLang="en-US"/>
          </a:p>
        </p:txBody>
      </p:sp>
      <p:sp>
        <p:nvSpPr>
          <p:cNvPr id="7" name="标题 2"/>
          <p:cNvSpPr>
            <a:spLocks noGrp="1"/>
          </p:cNvSpPr>
          <p:nvPr>
            <p:ph type="title" idx="16388" hasCustomPrompt="1"/>
            <p:custDataLst>
              <p:tags r:id="rId8"/>
            </p:custDataLst>
          </p:nvPr>
        </p:nvSpPr>
        <p:spPr>
          <a:xfrm>
            <a:off x="1903942" y="3530600"/>
            <a:ext cx="8384117" cy="1524000"/>
          </a:xfrm>
        </p:spPr>
        <p:txBody>
          <a:bodyPr vert="horz" lIns="0" tIns="0" rIns="0" bIns="0" anchor="t" anchorCtr="0">
            <a:normAutofit/>
          </a:bodyPr>
          <a:lstStyle>
            <a:lvl1pPr marL="0" indent="0" algn="ctr">
              <a:lnSpc>
                <a:spcPct val="100000"/>
              </a:lnSpc>
              <a:spcBef>
                <a:spcPct val="0"/>
              </a:spcBef>
              <a:spcAft>
                <a:spcPct val="0"/>
              </a:spcAft>
              <a:buNone/>
              <a:defRPr sz="4800" b="0" spc="0">
                <a:solidFill>
                  <a:schemeClr val="accent1">
                    <a:lumMod val="50000"/>
                  </a:schemeClr>
                </a:solidFill>
              </a:defRPr>
            </a:lvl1pPr>
          </a:lstStyle>
          <a:p>
            <a:r>
              <a:rPr lang="zh-CN" altLang="en-US" dirty="0"/>
              <a:t>单击此处添加章节标题</a:t>
            </a:r>
            <a:endParaRPr lang="zh-CN" altLang="en-US" dirty="0"/>
          </a:p>
        </p:txBody>
      </p:sp>
      <p:sp>
        <p:nvSpPr>
          <p:cNvPr id="16" name="文本占位符 15"/>
          <p:cNvSpPr>
            <a:spLocks noGrp="1"/>
          </p:cNvSpPr>
          <p:nvPr>
            <p:ph type="body" idx="16389" hasCustomPrompt="1"/>
            <p:custDataLst>
              <p:tags r:id="rId9"/>
            </p:custDataLst>
          </p:nvPr>
        </p:nvSpPr>
        <p:spPr>
          <a:xfrm>
            <a:off x="5332413" y="1905000"/>
            <a:ext cx="1527175" cy="1524000"/>
          </a:xfrm>
        </p:spPr>
        <p:txBody>
          <a:bodyPr vert="horz" lIns="0" tIns="0" rIns="0" bIns="0" anchor="ctr" anchorCtr="0">
            <a:normAutofit/>
          </a:bodyPr>
          <a:lstStyle>
            <a:lvl1pPr marL="0" indent="0" algn="ctr">
              <a:lnSpc>
                <a:spcPct val="109000"/>
              </a:lnSpc>
              <a:spcBef>
                <a:spcPct val="0"/>
              </a:spcBef>
              <a:spcAft>
                <a:spcPct val="0"/>
              </a:spcAft>
              <a:buNone/>
              <a:defRPr sz="7200" b="1" spc="0">
                <a:solidFill>
                  <a:schemeClr val="accent1">
                    <a:lumMod val="50000"/>
                  </a:schemeClr>
                </a:solidFill>
              </a:defRPr>
            </a:lvl1pPr>
          </a:lstStyle>
          <a:p>
            <a:pPr lvl="0"/>
            <a:r>
              <a:rPr lang="zh-CN" altLang="en-US" smtClean="0"/>
              <a:t>01</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结束页_1_4">
    <p:bg>
      <p:bgRef idx="1001">
        <a:schemeClr val="bg1"/>
      </p:bgRef>
    </p:bg>
    <p:spTree>
      <p:nvGrpSpPr>
        <p:cNvPr id="1" name=""/>
        <p:cNvGrpSpPr/>
        <p:nvPr/>
      </p:nvGrpSpPr>
      <p:grpSpPr>
        <a:xfrm>
          <a:off x="0" y="0"/>
          <a:ext cx="0" cy="0"/>
          <a:chOff x="0" y="0"/>
          <a:chExt cx="0" cy="0"/>
        </a:xfrm>
      </p:grpSpPr>
      <p:pic>
        <p:nvPicPr>
          <p:cNvPr id="7" name="图片 4"/>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rcRect t="12359" r="12357"/>
          <a:stretch>
            <a:fillRect/>
          </a:stretch>
        </p:blipFill>
        <p:spPr>
          <a:xfrm>
            <a:off x="0" y="0"/>
            <a:ext cx="12192000" cy="6858000"/>
          </a:xfrm>
          <a:custGeom>
            <a:avLst/>
            <a:gdLst/>
            <a:ahLst/>
            <a:cxnLst>
              <a:cxn ang="3">
                <a:pos x="hc" y="t"/>
              </a:cxn>
              <a:cxn ang="cd2">
                <a:pos x="l" y="vc"/>
              </a:cxn>
              <a:cxn ang="cd4">
                <a:pos x="hc" y="b"/>
              </a:cxn>
              <a:cxn ang="0">
                <a:pos x="r" y="vc"/>
              </a:cxn>
            </a:cxnLst>
            <a:rect l="l" t="t" r="r" b="b"/>
            <a:pathLst>
              <a:path w="19200" h="10800">
                <a:moveTo>
                  <a:pt x="0" y="0"/>
                </a:moveTo>
                <a:lnTo>
                  <a:pt x="19200" y="0"/>
                </a:lnTo>
                <a:lnTo>
                  <a:pt x="19200" y="10800"/>
                </a:lnTo>
                <a:lnTo>
                  <a:pt x="0" y="10800"/>
                </a:lnTo>
                <a:lnTo>
                  <a:pt x="0" y="0"/>
                </a:lnTo>
                <a:close/>
              </a:path>
            </a:pathLst>
          </a:custGeom>
        </p:spPr>
      </p:pic>
      <p:sp>
        <p:nvSpPr>
          <p:cNvPr id="295" name="AutoShape 218"/>
          <p:cNvSpPr>
            <a:spLocks noChangeAspect="1" noChangeArrowheads="1" noTextEdit="1"/>
          </p:cNvSpPr>
          <p:nvPr userDrawn="1">
            <p:custDataLst>
              <p:tags r:id="rId4"/>
            </p:custDataLst>
          </p:nvPr>
        </p:nvSpPr>
        <p:spPr bwMode="auto">
          <a:xfrm>
            <a:off x="9573260" y="5645150"/>
            <a:ext cx="2348865" cy="91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296" name="Line 220"/>
          <p:cNvSpPr>
            <a:spLocks noChangeShapeType="1"/>
          </p:cNvSpPr>
          <p:nvPr userDrawn="1">
            <p:custDataLst>
              <p:tags r:id="rId5"/>
            </p:custDataLst>
          </p:nvPr>
        </p:nvSpPr>
        <p:spPr bwMode="auto">
          <a:xfrm flipH="1">
            <a:off x="1095629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297" name="Line 221"/>
          <p:cNvSpPr>
            <a:spLocks noChangeShapeType="1"/>
          </p:cNvSpPr>
          <p:nvPr userDrawn="1">
            <p:custDataLst>
              <p:tags r:id="rId6"/>
            </p:custDataLst>
          </p:nvPr>
        </p:nvSpPr>
        <p:spPr bwMode="auto">
          <a:xfrm flipH="1">
            <a:off x="10728325" y="65646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298" name="Line 222"/>
          <p:cNvSpPr>
            <a:spLocks noChangeShapeType="1"/>
          </p:cNvSpPr>
          <p:nvPr userDrawn="1">
            <p:custDataLst>
              <p:tags r:id="rId7"/>
            </p:custDataLst>
          </p:nvPr>
        </p:nvSpPr>
        <p:spPr bwMode="auto">
          <a:xfrm flipH="1">
            <a:off x="10499090"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299" name="Line 223"/>
          <p:cNvSpPr>
            <a:spLocks noChangeShapeType="1"/>
          </p:cNvSpPr>
          <p:nvPr userDrawn="1">
            <p:custDataLst>
              <p:tags r:id="rId8"/>
            </p:custDataLst>
          </p:nvPr>
        </p:nvSpPr>
        <p:spPr bwMode="auto">
          <a:xfrm flipH="1">
            <a:off x="10271125"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0" name="Line 224"/>
          <p:cNvSpPr>
            <a:spLocks noChangeShapeType="1"/>
          </p:cNvSpPr>
          <p:nvPr userDrawn="1">
            <p:custDataLst>
              <p:tags r:id="rId9"/>
            </p:custDataLst>
          </p:nvPr>
        </p:nvSpPr>
        <p:spPr bwMode="auto">
          <a:xfrm flipH="1">
            <a:off x="958850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1" name="Line 225"/>
          <p:cNvSpPr>
            <a:spLocks noChangeShapeType="1"/>
          </p:cNvSpPr>
          <p:nvPr userDrawn="1">
            <p:custDataLst>
              <p:tags r:id="rId10"/>
            </p:custDataLst>
          </p:nvPr>
        </p:nvSpPr>
        <p:spPr bwMode="auto">
          <a:xfrm flipH="1">
            <a:off x="1106614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2" name="Line 226"/>
          <p:cNvSpPr>
            <a:spLocks noChangeShapeType="1"/>
          </p:cNvSpPr>
          <p:nvPr userDrawn="1">
            <p:custDataLst>
              <p:tags r:id="rId11"/>
            </p:custDataLst>
          </p:nvPr>
        </p:nvSpPr>
        <p:spPr bwMode="auto">
          <a:xfrm flipH="1">
            <a:off x="10836910"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3" name="Line 227"/>
          <p:cNvSpPr>
            <a:spLocks noChangeShapeType="1"/>
          </p:cNvSpPr>
          <p:nvPr userDrawn="1">
            <p:custDataLst>
              <p:tags r:id="rId12"/>
            </p:custDataLst>
          </p:nvPr>
        </p:nvSpPr>
        <p:spPr bwMode="auto">
          <a:xfrm flipH="1">
            <a:off x="10608945"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4" name="Line 228"/>
          <p:cNvSpPr>
            <a:spLocks noChangeShapeType="1"/>
          </p:cNvSpPr>
          <p:nvPr userDrawn="1">
            <p:custDataLst>
              <p:tags r:id="rId13"/>
            </p:custDataLst>
          </p:nvPr>
        </p:nvSpPr>
        <p:spPr bwMode="auto">
          <a:xfrm flipH="1">
            <a:off x="10379710" y="64477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5" name="Line 229"/>
          <p:cNvSpPr>
            <a:spLocks noChangeShapeType="1"/>
          </p:cNvSpPr>
          <p:nvPr userDrawn="1">
            <p:custDataLst>
              <p:tags r:id="rId14"/>
            </p:custDataLst>
          </p:nvPr>
        </p:nvSpPr>
        <p:spPr bwMode="auto">
          <a:xfrm flipH="1">
            <a:off x="9923780" y="64477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6" name="Line 230"/>
          <p:cNvSpPr>
            <a:spLocks noChangeShapeType="1"/>
          </p:cNvSpPr>
          <p:nvPr userDrawn="1">
            <p:custDataLst>
              <p:tags r:id="rId15"/>
            </p:custDataLst>
          </p:nvPr>
        </p:nvSpPr>
        <p:spPr bwMode="auto">
          <a:xfrm flipH="1">
            <a:off x="969835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7" name="Line 231"/>
          <p:cNvSpPr>
            <a:spLocks noChangeShapeType="1"/>
          </p:cNvSpPr>
          <p:nvPr userDrawn="1">
            <p:custDataLst>
              <p:tags r:id="rId16"/>
            </p:custDataLst>
          </p:nvPr>
        </p:nvSpPr>
        <p:spPr bwMode="auto">
          <a:xfrm flipH="1">
            <a:off x="10490200"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8" name="Line 232"/>
          <p:cNvSpPr>
            <a:spLocks noChangeShapeType="1"/>
          </p:cNvSpPr>
          <p:nvPr userDrawn="1">
            <p:custDataLst>
              <p:tags r:id="rId17"/>
            </p:custDataLst>
          </p:nvPr>
        </p:nvSpPr>
        <p:spPr bwMode="auto">
          <a:xfrm flipH="1">
            <a:off x="10262235"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9" name="Line 233"/>
          <p:cNvSpPr>
            <a:spLocks noChangeShapeType="1"/>
          </p:cNvSpPr>
          <p:nvPr userDrawn="1">
            <p:custDataLst>
              <p:tags r:id="rId18"/>
            </p:custDataLst>
          </p:nvPr>
        </p:nvSpPr>
        <p:spPr bwMode="auto">
          <a:xfrm flipH="1">
            <a:off x="10033000"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0" name="Line 234"/>
          <p:cNvSpPr>
            <a:spLocks noChangeShapeType="1"/>
          </p:cNvSpPr>
          <p:nvPr userDrawn="1">
            <p:custDataLst>
              <p:tags r:id="rId19"/>
            </p:custDataLst>
          </p:nvPr>
        </p:nvSpPr>
        <p:spPr bwMode="auto">
          <a:xfrm flipH="1">
            <a:off x="9807575"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1" name="Line 235"/>
          <p:cNvSpPr>
            <a:spLocks noChangeShapeType="1"/>
          </p:cNvSpPr>
          <p:nvPr userDrawn="1">
            <p:custDataLst>
              <p:tags r:id="rId20"/>
            </p:custDataLst>
          </p:nvPr>
        </p:nvSpPr>
        <p:spPr bwMode="auto">
          <a:xfrm flipH="1">
            <a:off x="1128141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2" name="Line 236"/>
          <p:cNvSpPr>
            <a:spLocks noChangeShapeType="1"/>
          </p:cNvSpPr>
          <p:nvPr userDrawn="1">
            <p:custDataLst>
              <p:tags r:id="rId21"/>
            </p:custDataLst>
          </p:nvPr>
        </p:nvSpPr>
        <p:spPr bwMode="auto">
          <a:xfrm flipH="1">
            <a:off x="1105344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3" name="Line 237"/>
          <p:cNvSpPr>
            <a:spLocks noChangeShapeType="1"/>
          </p:cNvSpPr>
          <p:nvPr userDrawn="1">
            <p:custDataLst>
              <p:tags r:id="rId22"/>
            </p:custDataLst>
          </p:nvPr>
        </p:nvSpPr>
        <p:spPr bwMode="auto">
          <a:xfrm flipH="1">
            <a:off x="10828020" y="62210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4" name="Line 238"/>
          <p:cNvSpPr>
            <a:spLocks noChangeShapeType="1"/>
          </p:cNvSpPr>
          <p:nvPr userDrawn="1">
            <p:custDataLst>
              <p:tags r:id="rId23"/>
            </p:custDataLst>
          </p:nvPr>
        </p:nvSpPr>
        <p:spPr bwMode="auto">
          <a:xfrm flipH="1">
            <a:off x="10600055" y="62210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5" name="Line 239"/>
          <p:cNvSpPr>
            <a:spLocks noChangeShapeType="1"/>
          </p:cNvSpPr>
          <p:nvPr userDrawn="1">
            <p:custDataLst>
              <p:tags r:id="rId24"/>
            </p:custDataLst>
          </p:nvPr>
        </p:nvSpPr>
        <p:spPr bwMode="auto">
          <a:xfrm flipH="1">
            <a:off x="10370820"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6" name="Line 240"/>
          <p:cNvSpPr>
            <a:spLocks noChangeShapeType="1"/>
          </p:cNvSpPr>
          <p:nvPr userDrawn="1">
            <p:custDataLst>
              <p:tags r:id="rId25"/>
            </p:custDataLst>
          </p:nvPr>
        </p:nvSpPr>
        <p:spPr bwMode="auto">
          <a:xfrm flipH="1">
            <a:off x="1014285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7" name="Line 241"/>
          <p:cNvSpPr>
            <a:spLocks noChangeShapeType="1"/>
          </p:cNvSpPr>
          <p:nvPr userDrawn="1">
            <p:custDataLst>
              <p:tags r:id="rId26"/>
            </p:custDataLst>
          </p:nvPr>
        </p:nvSpPr>
        <p:spPr bwMode="auto">
          <a:xfrm flipH="1">
            <a:off x="991362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8" name="Line 242"/>
          <p:cNvSpPr>
            <a:spLocks noChangeShapeType="1"/>
          </p:cNvSpPr>
          <p:nvPr userDrawn="1">
            <p:custDataLst>
              <p:tags r:id="rId27"/>
            </p:custDataLst>
          </p:nvPr>
        </p:nvSpPr>
        <p:spPr bwMode="auto">
          <a:xfrm flipH="1">
            <a:off x="1116393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9" name="Line 243"/>
          <p:cNvSpPr>
            <a:spLocks noChangeShapeType="1"/>
          </p:cNvSpPr>
          <p:nvPr userDrawn="1">
            <p:custDataLst>
              <p:tags r:id="rId28"/>
            </p:custDataLst>
          </p:nvPr>
        </p:nvSpPr>
        <p:spPr bwMode="auto">
          <a:xfrm flipH="1">
            <a:off x="10934700" y="610743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0" name="Line 244"/>
          <p:cNvSpPr>
            <a:spLocks noChangeShapeType="1"/>
          </p:cNvSpPr>
          <p:nvPr userDrawn="1">
            <p:custDataLst>
              <p:tags r:id="rId29"/>
            </p:custDataLst>
          </p:nvPr>
        </p:nvSpPr>
        <p:spPr bwMode="auto">
          <a:xfrm flipH="1">
            <a:off x="10709275"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1" name="Line 245"/>
          <p:cNvSpPr>
            <a:spLocks noChangeShapeType="1"/>
          </p:cNvSpPr>
          <p:nvPr userDrawn="1">
            <p:custDataLst>
              <p:tags r:id="rId30"/>
            </p:custDataLst>
          </p:nvPr>
        </p:nvSpPr>
        <p:spPr bwMode="auto">
          <a:xfrm flipH="1">
            <a:off x="10481310"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2" name="Line 246"/>
          <p:cNvSpPr>
            <a:spLocks noChangeShapeType="1"/>
          </p:cNvSpPr>
          <p:nvPr userDrawn="1">
            <p:custDataLst>
              <p:tags r:id="rId31"/>
            </p:custDataLst>
          </p:nvPr>
        </p:nvSpPr>
        <p:spPr bwMode="auto">
          <a:xfrm flipH="1">
            <a:off x="979614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3" name="Line 247"/>
          <p:cNvSpPr>
            <a:spLocks noChangeShapeType="1"/>
          </p:cNvSpPr>
          <p:nvPr userDrawn="1">
            <p:custDataLst>
              <p:tags r:id="rId32"/>
            </p:custDataLst>
          </p:nvPr>
        </p:nvSpPr>
        <p:spPr bwMode="auto">
          <a:xfrm flipH="1">
            <a:off x="9570720" y="61074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4" name="Line 248"/>
          <p:cNvSpPr>
            <a:spLocks noChangeShapeType="1"/>
          </p:cNvSpPr>
          <p:nvPr userDrawn="1">
            <p:custDataLst>
              <p:tags r:id="rId33"/>
            </p:custDataLst>
          </p:nvPr>
        </p:nvSpPr>
        <p:spPr bwMode="auto">
          <a:xfrm flipH="1">
            <a:off x="1172972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5" name="Line 249"/>
          <p:cNvSpPr>
            <a:spLocks noChangeShapeType="1"/>
          </p:cNvSpPr>
          <p:nvPr userDrawn="1">
            <p:custDataLst>
              <p:tags r:id="rId34"/>
            </p:custDataLst>
          </p:nvPr>
        </p:nvSpPr>
        <p:spPr bwMode="auto">
          <a:xfrm flipH="1">
            <a:off x="1127252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6" name="Line 250"/>
          <p:cNvSpPr>
            <a:spLocks noChangeShapeType="1"/>
          </p:cNvSpPr>
          <p:nvPr userDrawn="1">
            <p:custDataLst>
              <p:tags r:id="rId35"/>
            </p:custDataLst>
          </p:nvPr>
        </p:nvSpPr>
        <p:spPr bwMode="auto">
          <a:xfrm flipH="1">
            <a:off x="10816590"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7" name="Line 251"/>
          <p:cNvSpPr>
            <a:spLocks noChangeShapeType="1"/>
          </p:cNvSpPr>
          <p:nvPr userDrawn="1">
            <p:custDataLst>
              <p:tags r:id="rId36"/>
            </p:custDataLst>
          </p:nvPr>
        </p:nvSpPr>
        <p:spPr bwMode="auto">
          <a:xfrm flipH="1">
            <a:off x="10591165" y="59905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8" name="Line 252"/>
          <p:cNvSpPr>
            <a:spLocks noChangeShapeType="1"/>
          </p:cNvSpPr>
          <p:nvPr userDrawn="1">
            <p:custDataLst>
              <p:tags r:id="rId37"/>
            </p:custDataLst>
          </p:nvPr>
        </p:nvSpPr>
        <p:spPr bwMode="auto">
          <a:xfrm flipH="1">
            <a:off x="1036193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9" name="Line 253"/>
          <p:cNvSpPr>
            <a:spLocks noChangeShapeType="1"/>
          </p:cNvSpPr>
          <p:nvPr userDrawn="1">
            <p:custDataLst>
              <p:tags r:id="rId38"/>
            </p:custDataLst>
          </p:nvPr>
        </p:nvSpPr>
        <p:spPr bwMode="auto">
          <a:xfrm flipH="1">
            <a:off x="101339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0" name="Line 254"/>
          <p:cNvSpPr>
            <a:spLocks noChangeShapeType="1"/>
          </p:cNvSpPr>
          <p:nvPr userDrawn="1">
            <p:custDataLst>
              <p:tags r:id="rId39"/>
            </p:custDataLst>
          </p:nvPr>
        </p:nvSpPr>
        <p:spPr bwMode="auto">
          <a:xfrm flipH="1">
            <a:off x="990473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1" name="Line 255"/>
          <p:cNvSpPr>
            <a:spLocks noChangeShapeType="1"/>
          </p:cNvSpPr>
          <p:nvPr userDrawn="1">
            <p:custDataLst>
              <p:tags r:id="rId40"/>
            </p:custDataLst>
          </p:nvPr>
        </p:nvSpPr>
        <p:spPr bwMode="auto">
          <a:xfrm flipH="1">
            <a:off x="96767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2" name="Line 256"/>
          <p:cNvSpPr>
            <a:spLocks noChangeShapeType="1"/>
          </p:cNvSpPr>
          <p:nvPr userDrawn="1">
            <p:custDataLst>
              <p:tags r:id="rId41"/>
            </p:custDataLst>
          </p:nvPr>
        </p:nvSpPr>
        <p:spPr bwMode="auto">
          <a:xfrm flipH="1">
            <a:off x="118395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3" name="Line 257"/>
          <p:cNvSpPr>
            <a:spLocks noChangeShapeType="1"/>
          </p:cNvSpPr>
          <p:nvPr userDrawn="1">
            <p:custDataLst>
              <p:tags r:id="rId42"/>
            </p:custDataLst>
          </p:nvPr>
        </p:nvSpPr>
        <p:spPr bwMode="auto">
          <a:xfrm flipH="1">
            <a:off x="1161034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4" name="Line 258"/>
          <p:cNvSpPr>
            <a:spLocks noChangeShapeType="1"/>
          </p:cNvSpPr>
          <p:nvPr userDrawn="1">
            <p:custDataLst>
              <p:tags r:id="rId43"/>
            </p:custDataLst>
          </p:nvPr>
        </p:nvSpPr>
        <p:spPr bwMode="auto">
          <a:xfrm flipH="1">
            <a:off x="113823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5" name="Line 259"/>
          <p:cNvSpPr>
            <a:spLocks noChangeShapeType="1"/>
          </p:cNvSpPr>
          <p:nvPr userDrawn="1">
            <p:custDataLst>
              <p:tags r:id="rId44"/>
            </p:custDataLst>
          </p:nvPr>
        </p:nvSpPr>
        <p:spPr bwMode="auto">
          <a:xfrm flipH="1">
            <a:off x="1115441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6" name="Line 260"/>
          <p:cNvSpPr>
            <a:spLocks noChangeShapeType="1"/>
          </p:cNvSpPr>
          <p:nvPr userDrawn="1">
            <p:custDataLst>
              <p:tags r:id="rId45"/>
            </p:custDataLst>
          </p:nvPr>
        </p:nvSpPr>
        <p:spPr bwMode="auto">
          <a:xfrm flipH="1">
            <a:off x="1092517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7" name="Line 261"/>
          <p:cNvSpPr>
            <a:spLocks noChangeShapeType="1"/>
          </p:cNvSpPr>
          <p:nvPr userDrawn="1">
            <p:custDataLst>
              <p:tags r:id="rId46"/>
            </p:custDataLst>
          </p:nvPr>
        </p:nvSpPr>
        <p:spPr bwMode="auto">
          <a:xfrm flipH="1">
            <a:off x="1047242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8" name="Line 262"/>
          <p:cNvSpPr>
            <a:spLocks noChangeShapeType="1"/>
          </p:cNvSpPr>
          <p:nvPr userDrawn="1">
            <p:custDataLst>
              <p:tags r:id="rId47"/>
            </p:custDataLst>
          </p:nvPr>
        </p:nvSpPr>
        <p:spPr bwMode="auto">
          <a:xfrm flipH="1">
            <a:off x="1024318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9" name="Line 263"/>
          <p:cNvSpPr>
            <a:spLocks noChangeShapeType="1"/>
          </p:cNvSpPr>
          <p:nvPr userDrawn="1">
            <p:custDataLst>
              <p:tags r:id="rId48"/>
            </p:custDataLst>
          </p:nvPr>
        </p:nvSpPr>
        <p:spPr bwMode="auto">
          <a:xfrm flipH="1">
            <a:off x="1001522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0" name="Line 264"/>
          <p:cNvSpPr>
            <a:spLocks noChangeShapeType="1"/>
          </p:cNvSpPr>
          <p:nvPr userDrawn="1">
            <p:custDataLst>
              <p:tags r:id="rId49"/>
            </p:custDataLst>
          </p:nvPr>
        </p:nvSpPr>
        <p:spPr bwMode="auto">
          <a:xfrm flipH="1">
            <a:off x="978725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1" name="Line 265"/>
          <p:cNvSpPr>
            <a:spLocks noChangeShapeType="1"/>
          </p:cNvSpPr>
          <p:nvPr userDrawn="1">
            <p:custDataLst>
              <p:tags r:id="rId50"/>
            </p:custDataLst>
          </p:nvPr>
        </p:nvSpPr>
        <p:spPr bwMode="auto">
          <a:xfrm flipH="1">
            <a:off x="1149286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2" name="Line 266"/>
          <p:cNvSpPr>
            <a:spLocks noChangeShapeType="1"/>
          </p:cNvSpPr>
          <p:nvPr userDrawn="1">
            <p:custDataLst>
              <p:tags r:id="rId51"/>
            </p:custDataLst>
          </p:nvPr>
        </p:nvSpPr>
        <p:spPr bwMode="auto">
          <a:xfrm flipH="1">
            <a:off x="1126363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3" name="Line 267"/>
          <p:cNvSpPr>
            <a:spLocks noChangeShapeType="1"/>
          </p:cNvSpPr>
          <p:nvPr userDrawn="1">
            <p:custDataLst>
              <p:tags r:id="rId52"/>
            </p:custDataLst>
          </p:nvPr>
        </p:nvSpPr>
        <p:spPr bwMode="auto">
          <a:xfrm flipH="1">
            <a:off x="11035665"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4" name="Line 268"/>
          <p:cNvSpPr>
            <a:spLocks noChangeShapeType="1"/>
          </p:cNvSpPr>
          <p:nvPr userDrawn="1">
            <p:custDataLst>
              <p:tags r:id="rId53"/>
            </p:custDataLst>
          </p:nvPr>
        </p:nvSpPr>
        <p:spPr bwMode="auto">
          <a:xfrm flipH="1">
            <a:off x="10806430" y="57638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5" name="Line 269"/>
          <p:cNvSpPr>
            <a:spLocks noChangeShapeType="1"/>
          </p:cNvSpPr>
          <p:nvPr userDrawn="1">
            <p:custDataLst>
              <p:tags r:id="rId54"/>
            </p:custDataLst>
          </p:nvPr>
        </p:nvSpPr>
        <p:spPr bwMode="auto">
          <a:xfrm flipH="1">
            <a:off x="10581005"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6" name="Line 270"/>
          <p:cNvSpPr>
            <a:spLocks noChangeShapeType="1"/>
          </p:cNvSpPr>
          <p:nvPr userDrawn="1">
            <p:custDataLst>
              <p:tags r:id="rId55"/>
            </p:custDataLst>
          </p:nvPr>
        </p:nvSpPr>
        <p:spPr bwMode="auto">
          <a:xfrm flipH="1">
            <a:off x="10353040"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7" name="Line 271"/>
          <p:cNvSpPr>
            <a:spLocks noChangeShapeType="1"/>
          </p:cNvSpPr>
          <p:nvPr userDrawn="1">
            <p:custDataLst>
              <p:tags r:id="rId56"/>
            </p:custDataLst>
          </p:nvPr>
        </p:nvSpPr>
        <p:spPr bwMode="auto">
          <a:xfrm flipH="1">
            <a:off x="1012507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8" name="Line 272"/>
          <p:cNvSpPr>
            <a:spLocks noChangeShapeType="1"/>
          </p:cNvSpPr>
          <p:nvPr userDrawn="1">
            <p:custDataLst>
              <p:tags r:id="rId57"/>
            </p:custDataLst>
          </p:nvPr>
        </p:nvSpPr>
        <p:spPr bwMode="auto">
          <a:xfrm flipH="1">
            <a:off x="989584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9" name="Line 273"/>
          <p:cNvSpPr>
            <a:spLocks noChangeShapeType="1"/>
          </p:cNvSpPr>
          <p:nvPr userDrawn="1">
            <p:custDataLst>
              <p:tags r:id="rId58"/>
            </p:custDataLst>
          </p:nvPr>
        </p:nvSpPr>
        <p:spPr bwMode="auto">
          <a:xfrm flipH="1">
            <a:off x="11373485"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50" name="Line 274"/>
          <p:cNvSpPr>
            <a:spLocks noChangeShapeType="1"/>
          </p:cNvSpPr>
          <p:nvPr userDrawn="1">
            <p:custDataLst>
              <p:tags r:id="rId59"/>
            </p:custDataLst>
          </p:nvPr>
        </p:nvSpPr>
        <p:spPr bwMode="auto">
          <a:xfrm flipH="1">
            <a:off x="10688320" y="565150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51" name="Line 275"/>
          <p:cNvSpPr>
            <a:spLocks noChangeShapeType="1"/>
          </p:cNvSpPr>
          <p:nvPr userDrawn="1">
            <p:custDataLst>
              <p:tags r:id="rId60"/>
            </p:custDataLst>
          </p:nvPr>
        </p:nvSpPr>
        <p:spPr bwMode="auto">
          <a:xfrm flipH="1">
            <a:off x="10462895" y="565150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52" name="Line 276"/>
          <p:cNvSpPr>
            <a:spLocks noChangeShapeType="1"/>
          </p:cNvSpPr>
          <p:nvPr userDrawn="1">
            <p:custDataLst>
              <p:tags r:id="rId61"/>
            </p:custDataLst>
          </p:nvPr>
        </p:nvSpPr>
        <p:spPr bwMode="auto">
          <a:xfrm flipH="1">
            <a:off x="10233660"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6" name="日期占位符 3"/>
          <p:cNvSpPr>
            <a:spLocks noGrp="1"/>
          </p:cNvSpPr>
          <p:nvPr>
            <p:ph type="dt" sz="half" idx="16385"/>
            <p:custDataLst>
              <p:tags r:id="rId62"/>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6386"/>
            <p:custDataLst>
              <p:tags r:id="rId63"/>
            </p:custDataLst>
          </p:nvPr>
        </p:nvSpPr>
        <p:spPr/>
        <p:txBody>
          <a:bodyPr/>
          <a:lstStyle/>
          <a:p>
            <a:endParaRPr lang="zh-CN" altLang="en-US"/>
          </a:p>
        </p:txBody>
      </p:sp>
      <p:sp>
        <p:nvSpPr>
          <p:cNvPr id="9" name="灯片编号占位符 1"/>
          <p:cNvSpPr>
            <a:spLocks noGrp="1"/>
          </p:cNvSpPr>
          <p:nvPr>
            <p:ph type="sldNum" sz="quarter" idx="16387"/>
            <p:custDataLst>
              <p:tags r:id="rId64"/>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1" name="Subtitle 10"/>
          <p:cNvSpPr>
            <a:spLocks noGrp="1"/>
          </p:cNvSpPr>
          <p:nvPr>
            <p:ph type="body" idx="16389" hasCustomPrompt="1"/>
            <p:custDataLst>
              <p:tags r:id="rId65"/>
            </p:custDataLst>
          </p:nvPr>
        </p:nvSpPr>
        <p:spPr>
          <a:xfrm>
            <a:off x="3364971" y="2667000"/>
            <a:ext cx="5449358" cy="457200"/>
          </a:xfrm>
          <a:noFill/>
        </p:spPr>
        <p:txBody>
          <a:bodyPr vert="horz" lIns="0" tIns="0" rIns="0" bIns="0" anchor="t">
            <a:normAutofit/>
          </a:bodyPr>
          <a:lstStyle>
            <a:lvl1pPr marL="0" indent="0" algn="ctr">
              <a:lnSpc>
                <a:spcPct val="125000"/>
              </a:lnSpc>
              <a:spcBef>
                <a:spcPct val="0"/>
              </a:spcBef>
              <a:spcAft>
                <a:spcPct val="0"/>
              </a:spcAft>
              <a:buNone/>
              <a:defRPr sz="2400" b="0" spc="0">
                <a:solidFill>
                  <a:schemeClr val="accent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endParaRPr lang="zh-CN" altLang="en-US"/>
          </a:p>
        </p:txBody>
      </p:sp>
      <p:sp>
        <p:nvSpPr>
          <p:cNvPr id="12" name="标题 11"/>
          <p:cNvSpPr>
            <a:spLocks noGrp="1"/>
          </p:cNvSpPr>
          <p:nvPr>
            <p:ph type="ctrTitle" idx="16388" hasCustomPrompt="1"/>
            <p:custDataLst>
              <p:tags r:id="rId66"/>
            </p:custDataLst>
          </p:nvPr>
        </p:nvSpPr>
        <p:spPr>
          <a:xfrm>
            <a:off x="3364089" y="3175000"/>
            <a:ext cx="5451122" cy="1016000"/>
          </a:xfrm>
        </p:spPr>
        <p:txBody>
          <a:bodyPr vert="horz" wrap="square" lIns="0" tIns="0" rIns="0" bIns="0" anchor="t">
            <a:normAutofit/>
          </a:bodyPr>
          <a:lstStyle>
            <a:lvl1pPr marL="0" indent="0" algn="ctr">
              <a:lnSpc>
                <a:spcPct val="100000"/>
              </a:lnSpc>
              <a:spcBef>
                <a:spcPct val="0"/>
              </a:spcBef>
              <a:spcAft>
                <a:spcPct val="0"/>
              </a:spcAft>
              <a:buNone/>
              <a:defRPr sz="6400" b="1" spc="0" baseline="0">
                <a:solidFill>
                  <a:schemeClr val="accent1">
                    <a:lumMod val="50000"/>
                  </a:schemeClr>
                </a:solidFill>
              </a:defRPr>
            </a:lvl1pPr>
          </a:lstStyle>
          <a:p>
            <a:r>
              <a:rPr lang="zh-CN" altLang="en-US" dirty="0"/>
              <a:t>谢谢观看</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页-1-5-4">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p:txBody>
          <a:bodyPr/>
          <a:p>
            <a:endParaRPr lang="zh-CN" altLang="en-US"/>
          </a:p>
        </p:txBody>
      </p:sp>
      <p:sp>
        <p:nvSpPr>
          <p:cNvPr id="10" name="灯片编号占位符 5"/>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文本框 6"/>
          <p:cNvSpPr txBox="1"/>
          <p:nvPr userDrawn="1">
            <p:custDataLst>
              <p:tags r:id="rId5"/>
            </p:custDataLst>
          </p:nvPr>
        </p:nvSpPr>
        <p:spPr>
          <a:xfrm>
            <a:off x="264795" y="158115"/>
            <a:ext cx="4064000" cy="368300"/>
          </a:xfrm>
          <a:prstGeom prst="rect">
            <a:avLst/>
          </a:prstGeom>
          <a:noFill/>
        </p:spPr>
        <p:txBody>
          <a:bodyPr wrap="square" rtlCol="0">
            <a:spAutoFit/>
          </a:bodyPr>
          <a:p>
            <a:pPr defTabSz="457200"/>
            <a:endParaRPr lang="zh-CN" altLang="en-US"/>
          </a:p>
        </p:txBody>
      </p:sp>
      <p:sp>
        <p:nvSpPr>
          <p:cNvPr id="12" name="Subtitle 11"/>
          <p:cNvSpPr>
            <a:spLocks noGrp="1"/>
          </p:cNvSpPr>
          <p:nvPr>
            <p:ph type="subTitle" idx="17826305" hasCustomPrompt="1"/>
            <p:custDataLst>
              <p:tags r:id="rId6"/>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3" name="Title 12"/>
          <p:cNvSpPr>
            <a:spLocks noGrp="1"/>
          </p:cNvSpPr>
          <p:nvPr>
            <p:ph type="ctrTitle" idx="17826049" hasCustomPrompt="1"/>
            <p:custDataLst>
              <p:tags r:id="rId7"/>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4" name="Text Placeholder 13"/>
          <p:cNvSpPr>
            <a:spLocks noGrp="1"/>
          </p:cNvSpPr>
          <p:nvPr>
            <p:ph type="body" idx="319883777" hasCustomPrompt="1"/>
            <p:custDataLst>
              <p:tags r:id="rId8"/>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5" name="装饰  4"/>
          <p:cNvSpPr>
            <a:spLocks noGrp="1"/>
          </p:cNvSpPr>
          <p:nvPr>
            <p:ph type="body" idx="319883522" hasCustomPrompt="1"/>
            <p:custDataLst>
              <p:tags r:id="rId9"/>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Text Placeholder 15"/>
          <p:cNvSpPr>
            <a:spLocks noGrp="1"/>
          </p:cNvSpPr>
          <p:nvPr>
            <p:ph type="body" idx="51446017" hasCustomPrompt="1"/>
            <p:custDataLst>
              <p:tags r:id="rId10"/>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Text Placeholder 16"/>
          <p:cNvSpPr>
            <a:spLocks noGrp="1"/>
          </p:cNvSpPr>
          <p:nvPr>
            <p:ph type="body" idx="319949313" hasCustomPrompt="1"/>
            <p:custDataLst>
              <p:tags r:id="rId11"/>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8" name="装饰  7"/>
          <p:cNvSpPr>
            <a:spLocks noGrp="1"/>
          </p:cNvSpPr>
          <p:nvPr>
            <p:ph type="body" idx="319949058" hasCustomPrompt="1"/>
            <p:custDataLst>
              <p:tags r:id="rId12"/>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9" name="Text Placeholder 18"/>
          <p:cNvSpPr>
            <a:spLocks noGrp="1"/>
          </p:cNvSpPr>
          <p:nvPr>
            <p:ph type="body" idx="51511553" hasCustomPrompt="1"/>
            <p:custDataLst>
              <p:tags r:id="rId13"/>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Text Placeholder 19"/>
          <p:cNvSpPr>
            <a:spLocks noGrp="1"/>
          </p:cNvSpPr>
          <p:nvPr>
            <p:ph type="body" idx="320014849" hasCustomPrompt="1"/>
            <p:custDataLst>
              <p:tags r:id="rId14"/>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1" name="装饰  0"/>
          <p:cNvSpPr>
            <a:spLocks noGrp="1"/>
          </p:cNvSpPr>
          <p:nvPr>
            <p:ph type="body" idx="320014594" hasCustomPrompt="1"/>
            <p:custDataLst>
              <p:tags r:id="rId15"/>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2" name="Text Placeholder 21"/>
          <p:cNvSpPr>
            <a:spLocks noGrp="1"/>
          </p:cNvSpPr>
          <p:nvPr>
            <p:ph type="body" idx="51577089" hasCustomPrompt="1"/>
            <p:custDataLst>
              <p:tags r:id="rId16"/>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Text Placeholder 22"/>
          <p:cNvSpPr>
            <a:spLocks noGrp="1"/>
          </p:cNvSpPr>
          <p:nvPr>
            <p:ph type="body" idx="320080385" hasCustomPrompt="1"/>
            <p:custDataLst>
              <p:tags r:id="rId17"/>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4" name="装饰  3"/>
          <p:cNvSpPr>
            <a:spLocks noGrp="1"/>
          </p:cNvSpPr>
          <p:nvPr>
            <p:ph type="body" idx="320080130" hasCustomPrompt="1"/>
            <p:custDataLst>
              <p:tags r:id="rId18"/>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Text Placeholder 24"/>
          <p:cNvSpPr>
            <a:spLocks noGrp="1"/>
          </p:cNvSpPr>
          <p:nvPr>
            <p:ph type="body" idx="51642625" hasCustomPrompt="1"/>
            <p:custDataLst>
              <p:tags r:id="rId19"/>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0" Type="http://schemas.openxmlformats.org/officeDocument/2006/relationships/theme" Target="../theme/theme2.xml"/><Relationship Id="rId8" Type="http://schemas.openxmlformats.org/officeDocument/2006/relationships/slideLayout" Target="../slideLayouts/slideLayout18.xml"/><Relationship Id="rId79" Type="http://schemas.openxmlformats.org/officeDocument/2006/relationships/tags" Target="../tags/tag259.xml"/><Relationship Id="rId78" Type="http://schemas.openxmlformats.org/officeDocument/2006/relationships/tags" Target="../tags/tag258.xml"/><Relationship Id="rId77" Type="http://schemas.openxmlformats.org/officeDocument/2006/relationships/tags" Target="../tags/tag257.xml"/><Relationship Id="rId76" Type="http://schemas.openxmlformats.org/officeDocument/2006/relationships/tags" Target="../tags/tag256.xml"/><Relationship Id="rId75" Type="http://schemas.openxmlformats.org/officeDocument/2006/relationships/tags" Target="../tags/tag255.xml"/><Relationship Id="rId74" Type="http://schemas.openxmlformats.org/officeDocument/2006/relationships/tags" Target="../tags/tag254.xml"/><Relationship Id="rId73" Type="http://schemas.openxmlformats.org/officeDocument/2006/relationships/tags" Target="../tags/tag253.xml"/><Relationship Id="rId72" Type="http://schemas.openxmlformats.org/officeDocument/2006/relationships/tags" Target="../tags/tag252.xml"/><Relationship Id="rId71" Type="http://schemas.openxmlformats.org/officeDocument/2006/relationships/tags" Target="../tags/tag251.xml"/><Relationship Id="rId70" Type="http://schemas.openxmlformats.org/officeDocument/2006/relationships/tags" Target="../tags/tag250.xml"/><Relationship Id="rId7" Type="http://schemas.openxmlformats.org/officeDocument/2006/relationships/slideLayout" Target="../slideLayouts/slideLayout17.xml"/><Relationship Id="rId69" Type="http://schemas.openxmlformats.org/officeDocument/2006/relationships/tags" Target="../tags/tag249.xml"/><Relationship Id="rId68" Type="http://schemas.openxmlformats.org/officeDocument/2006/relationships/tags" Target="../tags/tag248.xml"/><Relationship Id="rId67" Type="http://schemas.openxmlformats.org/officeDocument/2006/relationships/tags" Target="../tags/tag247.xml"/><Relationship Id="rId66" Type="http://schemas.openxmlformats.org/officeDocument/2006/relationships/tags" Target="../tags/tag246.xml"/><Relationship Id="rId65" Type="http://schemas.openxmlformats.org/officeDocument/2006/relationships/tags" Target="../tags/tag245.xml"/><Relationship Id="rId64" Type="http://schemas.openxmlformats.org/officeDocument/2006/relationships/tags" Target="../tags/tag244.xml"/><Relationship Id="rId63" Type="http://schemas.openxmlformats.org/officeDocument/2006/relationships/tags" Target="../tags/tag243.xml"/><Relationship Id="rId62" Type="http://schemas.openxmlformats.org/officeDocument/2006/relationships/tags" Target="../tags/tag242.xml"/><Relationship Id="rId61" Type="http://schemas.openxmlformats.org/officeDocument/2006/relationships/tags" Target="../tags/tag241.xml"/><Relationship Id="rId60" Type="http://schemas.openxmlformats.org/officeDocument/2006/relationships/tags" Target="../tags/tag240.xml"/><Relationship Id="rId6" Type="http://schemas.openxmlformats.org/officeDocument/2006/relationships/slideLayout" Target="../slideLayouts/slideLayout16.xml"/><Relationship Id="rId59" Type="http://schemas.openxmlformats.org/officeDocument/2006/relationships/tags" Target="../tags/tag239.xml"/><Relationship Id="rId58" Type="http://schemas.openxmlformats.org/officeDocument/2006/relationships/tags" Target="../tags/tag238.xml"/><Relationship Id="rId57" Type="http://schemas.openxmlformats.org/officeDocument/2006/relationships/tags" Target="../tags/tag237.xml"/><Relationship Id="rId56" Type="http://schemas.openxmlformats.org/officeDocument/2006/relationships/tags" Target="../tags/tag236.xml"/><Relationship Id="rId55" Type="http://schemas.openxmlformats.org/officeDocument/2006/relationships/tags" Target="../tags/tag235.xml"/><Relationship Id="rId54" Type="http://schemas.openxmlformats.org/officeDocument/2006/relationships/tags" Target="../tags/tag234.xml"/><Relationship Id="rId53" Type="http://schemas.openxmlformats.org/officeDocument/2006/relationships/tags" Target="../tags/tag233.xml"/><Relationship Id="rId52" Type="http://schemas.openxmlformats.org/officeDocument/2006/relationships/tags" Target="../tags/tag232.xml"/><Relationship Id="rId51" Type="http://schemas.openxmlformats.org/officeDocument/2006/relationships/tags" Target="../tags/tag231.xml"/><Relationship Id="rId50" Type="http://schemas.openxmlformats.org/officeDocument/2006/relationships/tags" Target="../tags/tag230.xml"/><Relationship Id="rId5" Type="http://schemas.openxmlformats.org/officeDocument/2006/relationships/slideLayout" Target="../slideLayouts/slideLayout15.xml"/><Relationship Id="rId49" Type="http://schemas.openxmlformats.org/officeDocument/2006/relationships/tags" Target="../tags/tag229.xml"/><Relationship Id="rId48" Type="http://schemas.openxmlformats.org/officeDocument/2006/relationships/tags" Target="../tags/tag228.xml"/><Relationship Id="rId47" Type="http://schemas.openxmlformats.org/officeDocument/2006/relationships/tags" Target="../tags/tag227.xml"/><Relationship Id="rId46" Type="http://schemas.openxmlformats.org/officeDocument/2006/relationships/tags" Target="../tags/tag226.xml"/><Relationship Id="rId45" Type="http://schemas.openxmlformats.org/officeDocument/2006/relationships/tags" Target="../tags/tag225.xml"/><Relationship Id="rId44" Type="http://schemas.openxmlformats.org/officeDocument/2006/relationships/tags" Target="../tags/tag224.xml"/><Relationship Id="rId43" Type="http://schemas.openxmlformats.org/officeDocument/2006/relationships/tags" Target="../tags/tag223.xml"/><Relationship Id="rId42" Type="http://schemas.openxmlformats.org/officeDocument/2006/relationships/tags" Target="../tags/tag222.xml"/><Relationship Id="rId41" Type="http://schemas.openxmlformats.org/officeDocument/2006/relationships/tags" Target="../tags/tag221.xml"/><Relationship Id="rId40" Type="http://schemas.openxmlformats.org/officeDocument/2006/relationships/tags" Target="../tags/tag220.xml"/><Relationship Id="rId4" Type="http://schemas.openxmlformats.org/officeDocument/2006/relationships/slideLayout" Target="../slideLayouts/slideLayout14.xml"/><Relationship Id="rId39" Type="http://schemas.openxmlformats.org/officeDocument/2006/relationships/tags" Target="../tags/tag219.xml"/><Relationship Id="rId38" Type="http://schemas.openxmlformats.org/officeDocument/2006/relationships/tags" Target="../tags/tag218.xml"/><Relationship Id="rId37" Type="http://schemas.openxmlformats.org/officeDocument/2006/relationships/tags" Target="../tags/tag217.xml"/><Relationship Id="rId36" Type="http://schemas.openxmlformats.org/officeDocument/2006/relationships/tags" Target="../tags/tag216.xml"/><Relationship Id="rId35" Type="http://schemas.openxmlformats.org/officeDocument/2006/relationships/tags" Target="../tags/tag215.xml"/><Relationship Id="rId34" Type="http://schemas.openxmlformats.org/officeDocument/2006/relationships/tags" Target="../tags/tag214.xml"/><Relationship Id="rId33" Type="http://schemas.openxmlformats.org/officeDocument/2006/relationships/tags" Target="../tags/tag213.xml"/><Relationship Id="rId32" Type="http://schemas.openxmlformats.org/officeDocument/2006/relationships/tags" Target="../tags/tag212.xml"/><Relationship Id="rId31" Type="http://schemas.openxmlformats.org/officeDocument/2006/relationships/tags" Target="../tags/tag211.xml"/><Relationship Id="rId30" Type="http://schemas.openxmlformats.org/officeDocument/2006/relationships/tags" Target="../tags/tag210.xml"/><Relationship Id="rId3" Type="http://schemas.openxmlformats.org/officeDocument/2006/relationships/slideLayout" Target="../slideLayouts/slideLayout13.xml"/><Relationship Id="rId29" Type="http://schemas.openxmlformats.org/officeDocument/2006/relationships/tags" Target="../tags/tag209.xml"/><Relationship Id="rId28" Type="http://schemas.openxmlformats.org/officeDocument/2006/relationships/tags" Target="../tags/tag208.xml"/><Relationship Id="rId27" Type="http://schemas.openxmlformats.org/officeDocument/2006/relationships/tags" Target="../tags/tag207.xml"/><Relationship Id="rId26" Type="http://schemas.openxmlformats.org/officeDocument/2006/relationships/tags" Target="../tags/tag206.xml"/><Relationship Id="rId25" Type="http://schemas.openxmlformats.org/officeDocument/2006/relationships/tags" Target="../tags/tag205.xml"/><Relationship Id="rId24" Type="http://schemas.openxmlformats.org/officeDocument/2006/relationships/tags" Target="../tags/tag204.xml"/><Relationship Id="rId23" Type="http://schemas.openxmlformats.org/officeDocument/2006/relationships/tags" Target="../tags/tag203.xml"/><Relationship Id="rId22" Type="http://schemas.openxmlformats.org/officeDocument/2006/relationships/tags" Target="../tags/tag202.xml"/><Relationship Id="rId21" Type="http://schemas.openxmlformats.org/officeDocument/2006/relationships/tags" Target="../tags/tag201.xml"/><Relationship Id="rId20" Type="http://schemas.openxmlformats.org/officeDocument/2006/relationships/tags" Target="../tags/tag200.xml"/><Relationship Id="rId2" Type="http://schemas.openxmlformats.org/officeDocument/2006/relationships/slideLayout" Target="../slideLayouts/slideLayout12.xml"/><Relationship Id="rId19" Type="http://schemas.openxmlformats.org/officeDocument/2006/relationships/tags" Target="../tags/tag199.xml"/><Relationship Id="rId18" Type="http://schemas.openxmlformats.org/officeDocument/2006/relationships/tags" Target="../tags/tag198.xml"/><Relationship Id="rId17" Type="http://schemas.openxmlformats.org/officeDocument/2006/relationships/tags" Target="../tags/tag197.xml"/><Relationship Id="rId16" Type="http://schemas.openxmlformats.org/officeDocument/2006/relationships/tags" Target="../tags/tag196.xml"/><Relationship Id="rId15" Type="http://schemas.openxmlformats.org/officeDocument/2006/relationships/tags" Target="../tags/tag195.xml"/><Relationship Id="rId14" Type="http://schemas.openxmlformats.org/officeDocument/2006/relationships/image" Target="../media/image1.png"/><Relationship Id="rId13" Type="http://schemas.openxmlformats.org/officeDocument/2006/relationships/tags" Target="../tags/tag194.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图片 4"/>
          <p:cNvPicPr>
            <a:picLocks noChangeAspect="1"/>
          </p:cNvPicPr>
          <p:nvPr userDrawn="1">
            <p:custDataLst>
              <p:tags r:id="rId13"/>
            </p:custDataLst>
          </p:nvPr>
        </p:nvPicPr>
        <p:blipFill>
          <a:blip r:embed="rId14">
            <a:extLst>
              <a:ext uri="{28A0092B-C50C-407E-A947-70E740481C1C}">
                <a14:useLocalDpi xmlns:a14="http://schemas.microsoft.com/office/drawing/2010/main" val="0"/>
              </a:ext>
            </a:extLst>
          </a:blip>
          <a:srcRect t="12359" r="12357"/>
          <a:stretch>
            <a:fillRect/>
          </a:stretch>
        </p:blipFill>
        <p:spPr>
          <a:xfrm>
            <a:off x="0" y="0"/>
            <a:ext cx="12192000" cy="6858000"/>
          </a:xfrm>
          <a:custGeom>
            <a:avLst/>
            <a:gdLst/>
            <a:ahLst/>
            <a:cxnLst>
              <a:cxn ang="3">
                <a:pos x="hc" y="t"/>
              </a:cxn>
              <a:cxn ang="cd2">
                <a:pos x="l" y="vc"/>
              </a:cxn>
              <a:cxn ang="cd4">
                <a:pos x="hc" y="b"/>
              </a:cxn>
              <a:cxn ang="0">
                <a:pos x="r" y="vc"/>
              </a:cxn>
            </a:cxnLst>
            <a:rect l="l" t="t" r="r" b="b"/>
            <a:pathLst>
              <a:path w="19200" h="10800">
                <a:moveTo>
                  <a:pt x="0" y="0"/>
                </a:moveTo>
                <a:lnTo>
                  <a:pt x="19200" y="0"/>
                </a:lnTo>
                <a:lnTo>
                  <a:pt x="19200" y="10800"/>
                </a:lnTo>
                <a:lnTo>
                  <a:pt x="0" y="10800"/>
                </a:lnTo>
                <a:lnTo>
                  <a:pt x="0" y="0"/>
                </a:lnTo>
                <a:close/>
              </a:path>
            </a:pathLst>
          </a:custGeom>
        </p:spPr>
      </p:pic>
      <p:sp>
        <p:nvSpPr>
          <p:cNvPr id="295" name="AutoShape 218"/>
          <p:cNvSpPr>
            <a:spLocks noChangeAspect="1" noChangeArrowheads="1" noTextEdit="1"/>
          </p:cNvSpPr>
          <p:nvPr userDrawn="1">
            <p:custDataLst>
              <p:tags r:id="rId15"/>
            </p:custDataLst>
          </p:nvPr>
        </p:nvSpPr>
        <p:spPr bwMode="auto">
          <a:xfrm>
            <a:off x="9573260" y="5645150"/>
            <a:ext cx="2348865" cy="91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
            <a:pPr defTabSz="457200"/>
            <a:endParaRPr lang="zh-CN" altLang="en-US" sz="2400"/>
          </a:p>
        </p:txBody>
      </p:sp>
      <p:sp>
        <p:nvSpPr>
          <p:cNvPr id="296" name="Line 220"/>
          <p:cNvSpPr>
            <a:spLocks noChangeShapeType="1"/>
          </p:cNvSpPr>
          <p:nvPr userDrawn="1">
            <p:custDataLst>
              <p:tags r:id="rId16"/>
            </p:custDataLst>
          </p:nvPr>
        </p:nvSpPr>
        <p:spPr bwMode="auto">
          <a:xfrm flipH="1">
            <a:off x="1095629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7" name="Line 221"/>
          <p:cNvSpPr>
            <a:spLocks noChangeShapeType="1"/>
          </p:cNvSpPr>
          <p:nvPr userDrawn="1">
            <p:custDataLst>
              <p:tags r:id="rId17"/>
            </p:custDataLst>
          </p:nvPr>
        </p:nvSpPr>
        <p:spPr bwMode="auto">
          <a:xfrm flipH="1">
            <a:off x="10728325" y="65646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8" name="Line 222"/>
          <p:cNvSpPr>
            <a:spLocks noChangeShapeType="1"/>
          </p:cNvSpPr>
          <p:nvPr userDrawn="1">
            <p:custDataLst>
              <p:tags r:id="rId18"/>
            </p:custDataLst>
          </p:nvPr>
        </p:nvSpPr>
        <p:spPr bwMode="auto">
          <a:xfrm flipH="1">
            <a:off x="10499090"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9" name="Line 223"/>
          <p:cNvSpPr>
            <a:spLocks noChangeShapeType="1"/>
          </p:cNvSpPr>
          <p:nvPr userDrawn="1">
            <p:custDataLst>
              <p:tags r:id="rId19"/>
            </p:custDataLst>
          </p:nvPr>
        </p:nvSpPr>
        <p:spPr bwMode="auto">
          <a:xfrm flipH="1">
            <a:off x="10271125"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0" name="Line 224"/>
          <p:cNvSpPr>
            <a:spLocks noChangeShapeType="1"/>
          </p:cNvSpPr>
          <p:nvPr userDrawn="1">
            <p:custDataLst>
              <p:tags r:id="rId20"/>
            </p:custDataLst>
          </p:nvPr>
        </p:nvSpPr>
        <p:spPr bwMode="auto">
          <a:xfrm flipH="1">
            <a:off x="958850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1" name="Line 225"/>
          <p:cNvSpPr>
            <a:spLocks noChangeShapeType="1"/>
          </p:cNvSpPr>
          <p:nvPr userDrawn="1">
            <p:custDataLst>
              <p:tags r:id="rId21"/>
            </p:custDataLst>
          </p:nvPr>
        </p:nvSpPr>
        <p:spPr bwMode="auto">
          <a:xfrm flipH="1">
            <a:off x="1106614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2" name="Line 226"/>
          <p:cNvSpPr>
            <a:spLocks noChangeShapeType="1"/>
          </p:cNvSpPr>
          <p:nvPr userDrawn="1">
            <p:custDataLst>
              <p:tags r:id="rId22"/>
            </p:custDataLst>
          </p:nvPr>
        </p:nvSpPr>
        <p:spPr bwMode="auto">
          <a:xfrm flipH="1">
            <a:off x="10836910"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3" name="Line 227"/>
          <p:cNvSpPr>
            <a:spLocks noChangeShapeType="1"/>
          </p:cNvSpPr>
          <p:nvPr userDrawn="1">
            <p:custDataLst>
              <p:tags r:id="rId23"/>
            </p:custDataLst>
          </p:nvPr>
        </p:nvSpPr>
        <p:spPr bwMode="auto">
          <a:xfrm flipH="1">
            <a:off x="10608945"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4" name="Line 228"/>
          <p:cNvSpPr>
            <a:spLocks noChangeShapeType="1"/>
          </p:cNvSpPr>
          <p:nvPr userDrawn="1">
            <p:custDataLst>
              <p:tags r:id="rId24"/>
            </p:custDataLst>
          </p:nvPr>
        </p:nvSpPr>
        <p:spPr bwMode="auto">
          <a:xfrm flipH="1">
            <a:off x="10379710" y="64477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5" name="Line 229"/>
          <p:cNvSpPr>
            <a:spLocks noChangeShapeType="1"/>
          </p:cNvSpPr>
          <p:nvPr userDrawn="1">
            <p:custDataLst>
              <p:tags r:id="rId25"/>
            </p:custDataLst>
          </p:nvPr>
        </p:nvSpPr>
        <p:spPr bwMode="auto">
          <a:xfrm flipH="1">
            <a:off x="9923780" y="64477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6" name="Line 230"/>
          <p:cNvSpPr>
            <a:spLocks noChangeShapeType="1"/>
          </p:cNvSpPr>
          <p:nvPr userDrawn="1">
            <p:custDataLst>
              <p:tags r:id="rId26"/>
            </p:custDataLst>
          </p:nvPr>
        </p:nvSpPr>
        <p:spPr bwMode="auto">
          <a:xfrm flipH="1">
            <a:off x="969835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7" name="Line 231"/>
          <p:cNvSpPr>
            <a:spLocks noChangeShapeType="1"/>
          </p:cNvSpPr>
          <p:nvPr userDrawn="1">
            <p:custDataLst>
              <p:tags r:id="rId27"/>
            </p:custDataLst>
          </p:nvPr>
        </p:nvSpPr>
        <p:spPr bwMode="auto">
          <a:xfrm flipH="1">
            <a:off x="10490200"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8" name="Line 232"/>
          <p:cNvSpPr>
            <a:spLocks noChangeShapeType="1"/>
          </p:cNvSpPr>
          <p:nvPr userDrawn="1">
            <p:custDataLst>
              <p:tags r:id="rId28"/>
            </p:custDataLst>
          </p:nvPr>
        </p:nvSpPr>
        <p:spPr bwMode="auto">
          <a:xfrm flipH="1">
            <a:off x="10262235"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9" name="Line 233"/>
          <p:cNvSpPr>
            <a:spLocks noChangeShapeType="1"/>
          </p:cNvSpPr>
          <p:nvPr userDrawn="1">
            <p:custDataLst>
              <p:tags r:id="rId29"/>
            </p:custDataLst>
          </p:nvPr>
        </p:nvSpPr>
        <p:spPr bwMode="auto">
          <a:xfrm flipH="1">
            <a:off x="10033000"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0" name="Line 234"/>
          <p:cNvSpPr>
            <a:spLocks noChangeShapeType="1"/>
          </p:cNvSpPr>
          <p:nvPr userDrawn="1">
            <p:custDataLst>
              <p:tags r:id="rId30"/>
            </p:custDataLst>
          </p:nvPr>
        </p:nvSpPr>
        <p:spPr bwMode="auto">
          <a:xfrm flipH="1">
            <a:off x="9807575"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1" name="Line 235"/>
          <p:cNvSpPr>
            <a:spLocks noChangeShapeType="1"/>
          </p:cNvSpPr>
          <p:nvPr userDrawn="1">
            <p:custDataLst>
              <p:tags r:id="rId31"/>
            </p:custDataLst>
          </p:nvPr>
        </p:nvSpPr>
        <p:spPr bwMode="auto">
          <a:xfrm flipH="1">
            <a:off x="1128141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2" name="Line 236"/>
          <p:cNvSpPr>
            <a:spLocks noChangeShapeType="1"/>
          </p:cNvSpPr>
          <p:nvPr userDrawn="1">
            <p:custDataLst>
              <p:tags r:id="rId32"/>
            </p:custDataLst>
          </p:nvPr>
        </p:nvSpPr>
        <p:spPr bwMode="auto">
          <a:xfrm flipH="1">
            <a:off x="1105344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3" name="Line 237"/>
          <p:cNvSpPr>
            <a:spLocks noChangeShapeType="1"/>
          </p:cNvSpPr>
          <p:nvPr userDrawn="1">
            <p:custDataLst>
              <p:tags r:id="rId33"/>
            </p:custDataLst>
          </p:nvPr>
        </p:nvSpPr>
        <p:spPr bwMode="auto">
          <a:xfrm flipH="1">
            <a:off x="10828020" y="62210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4" name="Line 238"/>
          <p:cNvSpPr>
            <a:spLocks noChangeShapeType="1"/>
          </p:cNvSpPr>
          <p:nvPr userDrawn="1">
            <p:custDataLst>
              <p:tags r:id="rId34"/>
            </p:custDataLst>
          </p:nvPr>
        </p:nvSpPr>
        <p:spPr bwMode="auto">
          <a:xfrm flipH="1">
            <a:off x="10600055" y="62210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5" name="Line 239"/>
          <p:cNvSpPr>
            <a:spLocks noChangeShapeType="1"/>
          </p:cNvSpPr>
          <p:nvPr userDrawn="1">
            <p:custDataLst>
              <p:tags r:id="rId35"/>
            </p:custDataLst>
          </p:nvPr>
        </p:nvSpPr>
        <p:spPr bwMode="auto">
          <a:xfrm flipH="1">
            <a:off x="10370820"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6" name="Line 240"/>
          <p:cNvSpPr>
            <a:spLocks noChangeShapeType="1"/>
          </p:cNvSpPr>
          <p:nvPr userDrawn="1">
            <p:custDataLst>
              <p:tags r:id="rId36"/>
            </p:custDataLst>
          </p:nvPr>
        </p:nvSpPr>
        <p:spPr bwMode="auto">
          <a:xfrm flipH="1">
            <a:off x="1014285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7" name="Line 241"/>
          <p:cNvSpPr>
            <a:spLocks noChangeShapeType="1"/>
          </p:cNvSpPr>
          <p:nvPr userDrawn="1">
            <p:custDataLst>
              <p:tags r:id="rId37"/>
            </p:custDataLst>
          </p:nvPr>
        </p:nvSpPr>
        <p:spPr bwMode="auto">
          <a:xfrm flipH="1">
            <a:off x="991362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8" name="Line 242"/>
          <p:cNvSpPr>
            <a:spLocks noChangeShapeType="1"/>
          </p:cNvSpPr>
          <p:nvPr userDrawn="1">
            <p:custDataLst>
              <p:tags r:id="rId38"/>
            </p:custDataLst>
          </p:nvPr>
        </p:nvSpPr>
        <p:spPr bwMode="auto">
          <a:xfrm flipH="1">
            <a:off x="1116393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9" name="Line 243"/>
          <p:cNvSpPr>
            <a:spLocks noChangeShapeType="1"/>
          </p:cNvSpPr>
          <p:nvPr userDrawn="1">
            <p:custDataLst>
              <p:tags r:id="rId39"/>
            </p:custDataLst>
          </p:nvPr>
        </p:nvSpPr>
        <p:spPr bwMode="auto">
          <a:xfrm flipH="1">
            <a:off x="10934700" y="610743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0" name="Line 244"/>
          <p:cNvSpPr>
            <a:spLocks noChangeShapeType="1"/>
          </p:cNvSpPr>
          <p:nvPr userDrawn="1">
            <p:custDataLst>
              <p:tags r:id="rId40"/>
            </p:custDataLst>
          </p:nvPr>
        </p:nvSpPr>
        <p:spPr bwMode="auto">
          <a:xfrm flipH="1">
            <a:off x="10709275"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1" name="Line 245"/>
          <p:cNvSpPr>
            <a:spLocks noChangeShapeType="1"/>
          </p:cNvSpPr>
          <p:nvPr userDrawn="1">
            <p:custDataLst>
              <p:tags r:id="rId41"/>
            </p:custDataLst>
          </p:nvPr>
        </p:nvSpPr>
        <p:spPr bwMode="auto">
          <a:xfrm flipH="1">
            <a:off x="10481310"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2" name="Line 246"/>
          <p:cNvSpPr>
            <a:spLocks noChangeShapeType="1"/>
          </p:cNvSpPr>
          <p:nvPr userDrawn="1">
            <p:custDataLst>
              <p:tags r:id="rId42"/>
            </p:custDataLst>
          </p:nvPr>
        </p:nvSpPr>
        <p:spPr bwMode="auto">
          <a:xfrm flipH="1">
            <a:off x="979614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3" name="Line 247"/>
          <p:cNvSpPr>
            <a:spLocks noChangeShapeType="1"/>
          </p:cNvSpPr>
          <p:nvPr userDrawn="1">
            <p:custDataLst>
              <p:tags r:id="rId43"/>
            </p:custDataLst>
          </p:nvPr>
        </p:nvSpPr>
        <p:spPr bwMode="auto">
          <a:xfrm flipH="1">
            <a:off x="9570720" y="61074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4" name="Line 248"/>
          <p:cNvSpPr>
            <a:spLocks noChangeShapeType="1"/>
          </p:cNvSpPr>
          <p:nvPr userDrawn="1">
            <p:custDataLst>
              <p:tags r:id="rId44"/>
            </p:custDataLst>
          </p:nvPr>
        </p:nvSpPr>
        <p:spPr bwMode="auto">
          <a:xfrm flipH="1">
            <a:off x="1172972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5" name="Line 249"/>
          <p:cNvSpPr>
            <a:spLocks noChangeShapeType="1"/>
          </p:cNvSpPr>
          <p:nvPr userDrawn="1">
            <p:custDataLst>
              <p:tags r:id="rId45"/>
            </p:custDataLst>
          </p:nvPr>
        </p:nvSpPr>
        <p:spPr bwMode="auto">
          <a:xfrm flipH="1">
            <a:off x="1127252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6" name="Line 250"/>
          <p:cNvSpPr>
            <a:spLocks noChangeShapeType="1"/>
          </p:cNvSpPr>
          <p:nvPr userDrawn="1">
            <p:custDataLst>
              <p:tags r:id="rId46"/>
            </p:custDataLst>
          </p:nvPr>
        </p:nvSpPr>
        <p:spPr bwMode="auto">
          <a:xfrm flipH="1">
            <a:off x="10816590"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7" name="Line 251"/>
          <p:cNvSpPr>
            <a:spLocks noChangeShapeType="1"/>
          </p:cNvSpPr>
          <p:nvPr userDrawn="1">
            <p:custDataLst>
              <p:tags r:id="rId47"/>
            </p:custDataLst>
          </p:nvPr>
        </p:nvSpPr>
        <p:spPr bwMode="auto">
          <a:xfrm flipH="1">
            <a:off x="10591165" y="59905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8" name="Line 252"/>
          <p:cNvSpPr>
            <a:spLocks noChangeShapeType="1"/>
          </p:cNvSpPr>
          <p:nvPr userDrawn="1">
            <p:custDataLst>
              <p:tags r:id="rId48"/>
            </p:custDataLst>
          </p:nvPr>
        </p:nvSpPr>
        <p:spPr bwMode="auto">
          <a:xfrm flipH="1">
            <a:off x="1036193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9" name="Line 253"/>
          <p:cNvSpPr>
            <a:spLocks noChangeShapeType="1"/>
          </p:cNvSpPr>
          <p:nvPr userDrawn="1">
            <p:custDataLst>
              <p:tags r:id="rId49"/>
            </p:custDataLst>
          </p:nvPr>
        </p:nvSpPr>
        <p:spPr bwMode="auto">
          <a:xfrm flipH="1">
            <a:off x="101339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0" name="Line 254"/>
          <p:cNvSpPr>
            <a:spLocks noChangeShapeType="1"/>
          </p:cNvSpPr>
          <p:nvPr userDrawn="1">
            <p:custDataLst>
              <p:tags r:id="rId50"/>
            </p:custDataLst>
          </p:nvPr>
        </p:nvSpPr>
        <p:spPr bwMode="auto">
          <a:xfrm flipH="1">
            <a:off x="990473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1" name="Line 255"/>
          <p:cNvSpPr>
            <a:spLocks noChangeShapeType="1"/>
          </p:cNvSpPr>
          <p:nvPr userDrawn="1">
            <p:custDataLst>
              <p:tags r:id="rId51"/>
            </p:custDataLst>
          </p:nvPr>
        </p:nvSpPr>
        <p:spPr bwMode="auto">
          <a:xfrm flipH="1">
            <a:off x="96767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2" name="Line 256"/>
          <p:cNvSpPr>
            <a:spLocks noChangeShapeType="1"/>
          </p:cNvSpPr>
          <p:nvPr userDrawn="1">
            <p:custDataLst>
              <p:tags r:id="rId52"/>
            </p:custDataLst>
          </p:nvPr>
        </p:nvSpPr>
        <p:spPr bwMode="auto">
          <a:xfrm flipH="1">
            <a:off x="118395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3" name="Line 257"/>
          <p:cNvSpPr>
            <a:spLocks noChangeShapeType="1"/>
          </p:cNvSpPr>
          <p:nvPr userDrawn="1">
            <p:custDataLst>
              <p:tags r:id="rId53"/>
            </p:custDataLst>
          </p:nvPr>
        </p:nvSpPr>
        <p:spPr bwMode="auto">
          <a:xfrm flipH="1">
            <a:off x="1161034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4" name="Line 258"/>
          <p:cNvSpPr>
            <a:spLocks noChangeShapeType="1"/>
          </p:cNvSpPr>
          <p:nvPr userDrawn="1">
            <p:custDataLst>
              <p:tags r:id="rId54"/>
            </p:custDataLst>
          </p:nvPr>
        </p:nvSpPr>
        <p:spPr bwMode="auto">
          <a:xfrm flipH="1">
            <a:off x="113823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5" name="Line 259"/>
          <p:cNvSpPr>
            <a:spLocks noChangeShapeType="1"/>
          </p:cNvSpPr>
          <p:nvPr userDrawn="1">
            <p:custDataLst>
              <p:tags r:id="rId55"/>
            </p:custDataLst>
          </p:nvPr>
        </p:nvSpPr>
        <p:spPr bwMode="auto">
          <a:xfrm flipH="1">
            <a:off x="1115441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6" name="Line 260"/>
          <p:cNvSpPr>
            <a:spLocks noChangeShapeType="1"/>
          </p:cNvSpPr>
          <p:nvPr userDrawn="1">
            <p:custDataLst>
              <p:tags r:id="rId56"/>
            </p:custDataLst>
          </p:nvPr>
        </p:nvSpPr>
        <p:spPr bwMode="auto">
          <a:xfrm flipH="1">
            <a:off x="1092517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7" name="Line 261"/>
          <p:cNvSpPr>
            <a:spLocks noChangeShapeType="1"/>
          </p:cNvSpPr>
          <p:nvPr userDrawn="1">
            <p:custDataLst>
              <p:tags r:id="rId57"/>
            </p:custDataLst>
          </p:nvPr>
        </p:nvSpPr>
        <p:spPr bwMode="auto">
          <a:xfrm flipH="1">
            <a:off x="1047242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8" name="Line 262"/>
          <p:cNvSpPr>
            <a:spLocks noChangeShapeType="1"/>
          </p:cNvSpPr>
          <p:nvPr userDrawn="1">
            <p:custDataLst>
              <p:tags r:id="rId58"/>
            </p:custDataLst>
          </p:nvPr>
        </p:nvSpPr>
        <p:spPr bwMode="auto">
          <a:xfrm flipH="1">
            <a:off x="1024318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9" name="Line 263"/>
          <p:cNvSpPr>
            <a:spLocks noChangeShapeType="1"/>
          </p:cNvSpPr>
          <p:nvPr userDrawn="1">
            <p:custDataLst>
              <p:tags r:id="rId59"/>
            </p:custDataLst>
          </p:nvPr>
        </p:nvSpPr>
        <p:spPr bwMode="auto">
          <a:xfrm flipH="1">
            <a:off x="1001522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0" name="Line 264"/>
          <p:cNvSpPr>
            <a:spLocks noChangeShapeType="1"/>
          </p:cNvSpPr>
          <p:nvPr userDrawn="1">
            <p:custDataLst>
              <p:tags r:id="rId60"/>
            </p:custDataLst>
          </p:nvPr>
        </p:nvSpPr>
        <p:spPr bwMode="auto">
          <a:xfrm flipH="1">
            <a:off x="978725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1" name="Line 265"/>
          <p:cNvSpPr>
            <a:spLocks noChangeShapeType="1"/>
          </p:cNvSpPr>
          <p:nvPr userDrawn="1">
            <p:custDataLst>
              <p:tags r:id="rId61"/>
            </p:custDataLst>
          </p:nvPr>
        </p:nvSpPr>
        <p:spPr bwMode="auto">
          <a:xfrm flipH="1">
            <a:off x="1149286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2" name="Line 266"/>
          <p:cNvSpPr>
            <a:spLocks noChangeShapeType="1"/>
          </p:cNvSpPr>
          <p:nvPr userDrawn="1">
            <p:custDataLst>
              <p:tags r:id="rId62"/>
            </p:custDataLst>
          </p:nvPr>
        </p:nvSpPr>
        <p:spPr bwMode="auto">
          <a:xfrm flipH="1">
            <a:off x="1126363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3" name="Line 267"/>
          <p:cNvSpPr>
            <a:spLocks noChangeShapeType="1"/>
          </p:cNvSpPr>
          <p:nvPr userDrawn="1">
            <p:custDataLst>
              <p:tags r:id="rId63"/>
            </p:custDataLst>
          </p:nvPr>
        </p:nvSpPr>
        <p:spPr bwMode="auto">
          <a:xfrm flipH="1">
            <a:off x="11035665"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4" name="Line 268"/>
          <p:cNvSpPr>
            <a:spLocks noChangeShapeType="1"/>
          </p:cNvSpPr>
          <p:nvPr userDrawn="1">
            <p:custDataLst>
              <p:tags r:id="rId64"/>
            </p:custDataLst>
          </p:nvPr>
        </p:nvSpPr>
        <p:spPr bwMode="auto">
          <a:xfrm flipH="1">
            <a:off x="10806430" y="57638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5" name="Line 269"/>
          <p:cNvSpPr>
            <a:spLocks noChangeShapeType="1"/>
          </p:cNvSpPr>
          <p:nvPr userDrawn="1">
            <p:custDataLst>
              <p:tags r:id="rId65"/>
            </p:custDataLst>
          </p:nvPr>
        </p:nvSpPr>
        <p:spPr bwMode="auto">
          <a:xfrm flipH="1">
            <a:off x="10581005"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6" name="Line 270"/>
          <p:cNvSpPr>
            <a:spLocks noChangeShapeType="1"/>
          </p:cNvSpPr>
          <p:nvPr userDrawn="1">
            <p:custDataLst>
              <p:tags r:id="rId66"/>
            </p:custDataLst>
          </p:nvPr>
        </p:nvSpPr>
        <p:spPr bwMode="auto">
          <a:xfrm flipH="1">
            <a:off x="10353040"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7" name="Line 271"/>
          <p:cNvSpPr>
            <a:spLocks noChangeShapeType="1"/>
          </p:cNvSpPr>
          <p:nvPr userDrawn="1">
            <p:custDataLst>
              <p:tags r:id="rId67"/>
            </p:custDataLst>
          </p:nvPr>
        </p:nvSpPr>
        <p:spPr bwMode="auto">
          <a:xfrm flipH="1">
            <a:off x="1012507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8" name="Line 272"/>
          <p:cNvSpPr>
            <a:spLocks noChangeShapeType="1"/>
          </p:cNvSpPr>
          <p:nvPr userDrawn="1">
            <p:custDataLst>
              <p:tags r:id="rId68"/>
            </p:custDataLst>
          </p:nvPr>
        </p:nvSpPr>
        <p:spPr bwMode="auto">
          <a:xfrm flipH="1">
            <a:off x="989584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9" name="Line 273"/>
          <p:cNvSpPr>
            <a:spLocks noChangeShapeType="1"/>
          </p:cNvSpPr>
          <p:nvPr userDrawn="1">
            <p:custDataLst>
              <p:tags r:id="rId69"/>
            </p:custDataLst>
          </p:nvPr>
        </p:nvSpPr>
        <p:spPr bwMode="auto">
          <a:xfrm flipH="1">
            <a:off x="11373485"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0" name="Line 274"/>
          <p:cNvSpPr>
            <a:spLocks noChangeShapeType="1"/>
          </p:cNvSpPr>
          <p:nvPr userDrawn="1">
            <p:custDataLst>
              <p:tags r:id="rId70"/>
            </p:custDataLst>
          </p:nvPr>
        </p:nvSpPr>
        <p:spPr bwMode="auto">
          <a:xfrm flipH="1">
            <a:off x="10688320" y="565150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1" name="Line 275"/>
          <p:cNvSpPr>
            <a:spLocks noChangeShapeType="1"/>
          </p:cNvSpPr>
          <p:nvPr userDrawn="1">
            <p:custDataLst>
              <p:tags r:id="rId71"/>
            </p:custDataLst>
          </p:nvPr>
        </p:nvSpPr>
        <p:spPr bwMode="auto">
          <a:xfrm flipH="1">
            <a:off x="10462895" y="565150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2" name="Line 276"/>
          <p:cNvSpPr>
            <a:spLocks noChangeShapeType="1"/>
          </p:cNvSpPr>
          <p:nvPr userDrawn="1">
            <p:custDataLst>
              <p:tags r:id="rId72"/>
            </p:custDataLst>
          </p:nvPr>
        </p:nvSpPr>
        <p:spPr bwMode="auto">
          <a:xfrm flipH="1">
            <a:off x="10233660"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12" name="矩形 11"/>
          <p:cNvSpPr/>
          <p:nvPr userDrawn="1"/>
        </p:nvSpPr>
        <p:spPr>
          <a:xfrm>
            <a:off x="0" y="0"/>
            <a:ext cx="12192000" cy="6858000"/>
          </a:xfrm>
          <a:prstGeom prst="rect">
            <a:avLst/>
          </a:prstGeom>
          <a:solidFill>
            <a:schemeClr val="bg1">
              <a:alpha val="90000"/>
            </a:schemeClr>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defTabSz="457200"/>
            <a:endParaRPr lang="zh-CN" altLang="en-US"/>
          </a:p>
        </p:txBody>
      </p:sp>
      <p:sp>
        <p:nvSpPr>
          <p:cNvPr id="6" name="灯片编号占位符 5"/>
          <p:cNvSpPr>
            <a:spLocks noGrp="1"/>
          </p:cNvSpPr>
          <p:nvPr>
            <p:ph type="sldNum" sz="quarter" idx="4"/>
            <p:custDataLst>
              <p:tags r:id="rId73"/>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5" name="页脚占位符 4"/>
          <p:cNvSpPr>
            <a:spLocks noGrp="1"/>
          </p:cNvSpPr>
          <p:nvPr>
            <p:ph type="ftr" sz="quarter" idx="3"/>
            <p:custDataLst>
              <p:tags r:id="rId74"/>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75"/>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3" name="文本占位符 2"/>
          <p:cNvSpPr>
            <a:spLocks noGrp="1"/>
          </p:cNvSpPr>
          <p:nvPr>
            <p:ph type="body" idx="1"/>
            <p:custDataLst>
              <p:tags r:id="rId76"/>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占位符 1"/>
          <p:cNvSpPr>
            <a:spLocks noGrp="1"/>
          </p:cNvSpPr>
          <p:nvPr>
            <p:ph type="title"/>
            <p:custDataLst>
              <p:tags r:id="rId77"/>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KSO_TEMPLATE" hidden="1"/>
          <p:cNvSpPr/>
          <p:nvPr userDrawn="1">
            <p:custDataLst>
              <p:tags r:id="rId7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457200"/>
            <a:endParaRPr lang="zh-CN" altLang="en-US"/>
          </a:p>
        </p:txBody>
      </p:sp>
    </p:spTree>
    <p:custDataLst>
      <p:tags r:id="rId79"/>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l" defTabSz="914400" rtl="0" eaLnBrk="1" latinLnBrk="0" hangingPunct="1">
        <a:lnSpc>
          <a:spcPct val="90000"/>
        </a:lnSpc>
        <a:spcBef>
          <a:spcPct val="0"/>
        </a:spcBef>
        <a:buNone/>
        <a:defRPr sz="3200" b="1" i="0" u="none" kern="1200" spc="0">
          <a:solidFill>
            <a:schemeClr val="tx2">
              <a:lumMod val="90000"/>
              <a:lumOff val="10000"/>
            </a:schemeClr>
          </a:solidFill>
          <a:effectLst>
            <a:outerShdw>
              <a:srgbClr val="FFFFFF"/>
            </a:outerShdw>
          </a:effectLst>
          <a:uFill>
            <a:solidFill>
              <a:srgbClr val="004556"/>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261.xml"/><Relationship Id="rId1" Type="http://schemas.openxmlformats.org/officeDocument/2006/relationships/tags" Target="../tags/tag260.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tags" Target="../tags/tag26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tags" Target="../tags/tag26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69.xml"/><Relationship Id="rId1" Type="http://schemas.openxmlformats.org/officeDocument/2006/relationships/tags" Target="../tags/tag268.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6.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78.xml"/><Relationship Id="rId1" Type="http://schemas.openxmlformats.org/officeDocument/2006/relationships/tags" Target="../tags/tag27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80.xml"/><Relationship Id="rId1" Type="http://schemas.openxmlformats.org/officeDocument/2006/relationships/tags" Target="../tags/tag279.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85.xml"/><Relationship Id="rId1" Type="http://schemas.openxmlformats.org/officeDocument/2006/relationships/tags" Target="../tags/tag28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87.xml"/><Relationship Id="rId1" Type="http://schemas.openxmlformats.org/officeDocument/2006/relationships/tags" Target="../tags/tag286.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tags" Target="../tags/tag288.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tags" Target="../tags/tag293.xml"/><Relationship Id="rId2" Type="http://schemas.openxmlformats.org/officeDocument/2006/relationships/tags" Target="../tags/tag292.xml"/><Relationship Id="rId1" Type="http://schemas.openxmlformats.org/officeDocument/2006/relationships/tags" Target="../tags/tag29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95.xml"/><Relationship Id="rId1" Type="http://schemas.openxmlformats.org/officeDocument/2006/relationships/tags" Target="../tags/tag294.xml"/></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16.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 Id="rId3" Type="http://schemas.openxmlformats.org/officeDocument/2006/relationships/oleObject" Target="../embeddings/oleObject1.bin"/><Relationship Id="rId2" Type="http://schemas.openxmlformats.org/officeDocument/2006/relationships/tags" Target="../tags/tag297.xml"/><Relationship Id="rId1" Type="http://schemas.openxmlformats.org/officeDocument/2006/relationships/tags" Target="../tags/tag296.xml"/></Relationships>
</file>

<file path=ppt/slides/_rels/slide16.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16.xml"/><Relationship Id="rId7" Type="http://schemas.openxmlformats.org/officeDocument/2006/relationships/tags" Target="../tags/tag300.x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 Id="rId3" Type="http://schemas.openxmlformats.org/officeDocument/2006/relationships/oleObject" Target="../embeddings/oleObject3.bin"/><Relationship Id="rId2" Type="http://schemas.openxmlformats.org/officeDocument/2006/relationships/tags" Target="../tags/tag299.xml"/><Relationship Id="rId1" Type="http://schemas.openxmlformats.org/officeDocument/2006/relationships/tags" Target="../tags/tag298.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02.xml"/><Relationship Id="rId1" Type="http://schemas.openxmlformats.org/officeDocument/2006/relationships/tags" Target="../tags/tag301.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s>
</file>

<file path=ppt/slides/_rels/slide19.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tags" Target="../tags/tag310.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tags" Target="../tags/tag309.xml"/><Relationship Id="rId3" Type="http://schemas.openxmlformats.org/officeDocument/2006/relationships/tags" Target="../tags/tag308.xml"/><Relationship Id="rId20" Type="http://schemas.openxmlformats.org/officeDocument/2006/relationships/slideLayout" Target="../slideLayouts/slideLayout16.xml"/><Relationship Id="rId2" Type="http://schemas.openxmlformats.org/officeDocument/2006/relationships/tags" Target="../tags/tag307.xml"/><Relationship Id="rId19" Type="http://schemas.openxmlformats.org/officeDocument/2006/relationships/tags" Target="../tags/tag318.xml"/><Relationship Id="rId18" Type="http://schemas.openxmlformats.org/officeDocument/2006/relationships/image" Target="../media/image12.svg"/><Relationship Id="rId17" Type="http://schemas.openxmlformats.org/officeDocument/2006/relationships/image" Target="../media/image11.png"/><Relationship Id="rId16" Type="http://schemas.openxmlformats.org/officeDocument/2006/relationships/tags" Target="../tags/tag317.xml"/><Relationship Id="rId15" Type="http://schemas.openxmlformats.org/officeDocument/2006/relationships/tags" Target="../tags/tag316.xml"/><Relationship Id="rId14" Type="http://schemas.openxmlformats.org/officeDocument/2006/relationships/tags" Target="../tags/tag315.xml"/><Relationship Id="rId13" Type="http://schemas.openxmlformats.org/officeDocument/2006/relationships/tags" Target="../tags/tag314.xml"/><Relationship Id="rId12" Type="http://schemas.openxmlformats.org/officeDocument/2006/relationships/image" Target="../media/image10.svg"/><Relationship Id="rId11" Type="http://schemas.openxmlformats.org/officeDocument/2006/relationships/image" Target="../media/image9.png"/><Relationship Id="rId10" Type="http://schemas.openxmlformats.org/officeDocument/2006/relationships/tags" Target="../tags/tag313.xml"/><Relationship Id="rId1" Type="http://schemas.openxmlformats.org/officeDocument/2006/relationships/tags" Target="../tags/tag306.xml"/></Relationships>
</file>

<file path=ppt/slides/_rels/slide20.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0" Type="http://schemas.openxmlformats.org/officeDocument/2006/relationships/slideLayout" Target="../slideLayouts/slideLayout16.xml"/><Relationship Id="rId2" Type="http://schemas.openxmlformats.org/officeDocument/2006/relationships/tags" Target="../tags/tag320.xml"/><Relationship Id="rId19" Type="http://schemas.openxmlformats.org/officeDocument/2006/relationships/tags" Target="../tags/tag333.xml"/><Relationship Id="rId18" Type="http://schemas.openxmlformats.org/officeDocument/2006/relationships/tags" Target="../tags/tag332.xml"/><Relationship Id="rId17" Type="http://schemas.openxmlformats.org/officeDocument/2006/relationships/tags" Target="../tags/tag331.xml"/><Relationship Id="rId16" Type="http://schemas.openxmlformats.org/officeDocument/2006/relationships/tags" Target="../tags/tag330.xml"/><Relationship Id="rId15" Type="http://schemas.openxmlformats.org/officeDocument/2006/relationships/tags" Target="../tags/tag329.xml"/><Relationship Id="rId14" Type="http://schemas.openxmlformats.org/officeDocument/2006/relationships/image" Target="../media/image16.svg"/><Relationship Id="rId13" Type="http://schemas.openxmlformats.org/officeDocument/2006/relationships/image" Target="../media/image15.png"/><Relationship Id="rId12" Type="http://schemas.openxmlformats.org/officeDocument/2006/relationships/tags" Target="../tags/tag328.xml"/><Relationship Id="rId11" Type="http://schemas.openxmlformats.org/officeDocument/2006/relationships/tags" Target="../tags/tag327.xml"/><Relationship Id="rId10" Type="http://schemas.openxmlformats.org/officeDocument/2006/relationships/tags" Target="../tags/tag326.xml"/><Relationship Id="rId1" Type="http://schemas.openxmlformats.org/officeDocument/2006/relationships/tags" Target="../tags/tag319.xml"/></Relationships>
</file>

<file path=ppt/slides/_rels/slide21.xml.rels><?xml version="1.0" encoding="UTF-8" standalone="yes"?>
<Relationships xmlns="http://schemas.openxmlformats.org/package/2006/relationships"><Relationship Id="rId9" Type="http://schemas.openxmlformats.org/officeDocument/2006/relationships/tags" Target="../tags/tag340.xml"/><Relationship Id="rId8" Type="http://schemas.openxmlformats.org/officeDocument/2006/relationships/image" Target="../media/image18.svg"/><Relationship Id="rId7" Type="http://schemas.openxmlformats.org/officeDocument/2006/relationships/image" Target="../media/image17.png"/><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8" Type="http://schemas.openxmlformats.org/officeDocument/2006/relationships/slideLayout" Target="../slideLayouts/slideLayout16.xml"/><Relationship Id="rId17" Type="http://schemas.openxmlformats.org/officeDocument/2006/relationships/tags" Target="../tags/tag346.xml"/><Relationship Id="rId16" Type="http://schemas.openxmlformats.org/officeDocument/2006/relationships/image" Target="../media/image20.svg"/><Relationship Id="rId15" Type="http://schemas.openxmlformats.org/officeDocument/2006/relationships/image" Target="../media/image19.png"/><Relationship Id="rId14" Type="http://schemas.openxmlformats.org/officeDocument/2006/relationships/tags" Target="../tags/tag345.xml"/><Relationship Id="rId13" Type="http://schemas.openxmlformats.org/officeDocument/2006/relationships/tags" Target="../tags/tag344.xml"/><Relationship Id="rId12" Type="http://schemas.openxmlformats.org/officeDocument/2006/relationships/tags" Target="../tags/tag343.xml"/><Relationship Id="rId11" Type="http://schemas.openxmlformats.org/officeDocument/2006/relationships/tags" Target="../tags/tag342.xml"/><Relationship Id="rId10" Type="http://schemas.openxmlformats.org/officeDocument/2006/relationships/tags" Target="../tags/tag341.xml"/><Relationship Id="rId1" Type="http://schemas.openxmlformats.org/officeDocument/2006/relationships/tags" Target="../tags/tag334.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349.xml"/><Relationship Id="rId2" Type="http://schemas.openxmlformats.org/officeDocument/2006/relationships/tags" Target="../tags/tag348.xml"/><Relationship Id="rId1" Type="http://schemas.openxmlformats.org/officeDocument/2006/relationships/tags" Target="../tags/tag34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tags" Target="../tags/tag354.xml"/><Relationship Id="rId4" Type="http://schemas.openxmlformats.org/officeDocument/2006/relationships/tags" Target="../tags/tag353.xml"/><Relationship Id="rId3" Type="http://schemas.openxmlformats.org/officeDocument/2006/relationships/tags" Target="../tags/tag352.xml"/><Relationship Id="rId2" Type="http://schemas.openxmlformats.org/officeDocument/2006/relationships/tags" Target="../tags/tag351.xml"/><Relationship Id="rId1" Type="http://schemas.openxmlformats.org/officeDocument/2006/relationships/tags" Target="../tags/tag350.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357.xml"/><Relationship Id="rId2" Type="http://schemas.openxmlformats.org/officeDocument/2006/relationships/tags" Target="../tags/tag356.xml"/><Relationship Id="rId1" Type="http://schemas.openxmlformats.org/officeDocument/2006/relationships/tags" Target="../tags/tag355.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59.xml"/><Relationship Id="rId1" Type="http://schemas.openxmlformats.org/officeDocument/2006/relationships/tags" Target="../tags/tag358.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61.xml"/><Relationship Id="rId1" Type="http://schemas.openxmlformats.org/officeDocument/2006/relationships/tags" Target="../tags/tag360.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63.xml"/><Relationship Id="rId1" Type="http://schemas.openxmlformats.org/officeDocument/2006/relationships/tags" Target="../tags/tag36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65.xml"/><Relationship Id="rId1" Type="http://schemas.openxmlformats.org/officeDocument/2006/relationships/tags" Target="../tags/tag36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tags" Target="../tags/tag368.xml"/><Relationship Id="rId2" Type="http://schemas.openxmlformats.org/officeDocument/2006/relationships/tags" Target="../tags/tag367.xml"/><Relationship Id="rId1" Type="http://schemas.openxmlformats.org/officeDocument/2006/relationships/tags" Target="../tags/tag3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idx="16387"/>
            <p:custDataLst>
              <p:tags r:id="rId1"/>
            </p:custDataLst>
          </p:nvPr>
        </p:nvSpPr>
        <p:spPr>
          <a:xfrm>
            <a:off x="1406843" y="1955800"/>
            <a:ext cx="9378315" cy="939800"/>
          </a:xfrm>
        </p:spPr>
        <p:txBody>
          <a:bodyPr>
            <a:noAutofit/>
          </a:bodyPr>
          <a:p>
            <a:pPr algn="ctr"/>
            <a:r>
              <a:rPr lang="zh-CN" altLang="en-US" sz="5400">
                <a:solidFill>
                  <a:schemeClr val="tx1"/>
                </a:solidFill>
                <a:effectLst/>
                <a:latin typeface="黑体" panose="02010609060101010101" charset="-122"/>
                <a:ea typeface="黑体" panose="02010609060101010101" charset="-122"/>
                <a:cs typeface="黑体" panose="02010609060101010101" charset="-122"/>
              </a:rPr>
              <a:t>年产1000吨蓝莓酸奶车间设计</a:t>
            </a:r>
            <a:endParaRPr lang="zh-CN" altLang="en-US" sz="5400">
              <a:solidFill>
                <a:schemeClr val="tx1"/>
              </a:solidFill>
              <a:effectLst/>
              <a:latin typeface="黑体" panose="02010609060101010101" charset="-122"/>
              <a:ea typeface="黑体" panose="02010609060101010101" charset="-122"/>
              <a:cs typeface="黑体" panose="02010609060101010101" charset="-122"/>
            </a:endParaRPr>
          </a:p>
        </p:txBody>
      </p:sp>
      <p:sp>
        <p:nvSpPr>
          <p:cNvPr id="8" name="文本框 7"/>
          <p:cNvSpPr txBox="1"/>
          <p:nvPr/>
        </p:nvSpPr>
        <p:spPr>
          <a:xfrm>
            <a:off x="4110355" y="4526280"/>
            <a:ext cx="4886325" cy="1764030"/>
          </a:xfrm>
          <a:prstGeom prst="rect">
            <a:avLst/>
          </a:prstGeom>
          <a:noFill/>
        </p:spPr>
        <p:txBody>
          <a:bodyPr wrap="square" rtlCol="0">
            <a:noAutofit/>
          </a:bodyPr>
          <a:p>
            <a:pPr algn="l">
              <a:lnSpc>
                <a:spcPct val="150000"/>
              </a:lnSpc>
            </a:pPr>
            <a:r>
              <a:rPr lang="zh-CN" altLang="en-US">
                <a:latin typeface="华文中宋" panose="02010600040101010101" charset="-122"/>
                <a:ea typeface="华文中宋" panose="02010600040101010101" charset="-122"/>
              </a:rPr>
              <a:t>答辩学生：王华杰</a:t>
            </a:r>
            <a:endParaRPr lang="zh-CN" altLang="en-US">
              <a:latin typeface="华文中宋" panose="02010600040101010101" charset="-122"/>
              <a:ea typeface="华文中宋" panose="02010600040101010101" charset="-122"/>
            </a:endParaRPr>
          </a:p>
          <a:p>
            <a:pPr algn="l">
              <a:lnSpc>
                <a:spcPct val="150000"/>
              </a:lnSpc>
            </a:pPr>
            <a:r>
              <a:rPr lang="zh-CN" altLang="en-US">
                <a:latin typeface="华文中宋" panose="02010600040101010101" charset="-122"/>
                <a:ea typeface="华文中宋" panose="02010600040101010101" charset="-122"/>
              </a:rPr>
              <a:t>指导教师：郭梅教授</a:t>
            </a:r>
            <a:endParaRPr lang="zh-CN" altLang="en-US">
              <a:latin typeface="华文中宋" panose="02010600040101010101" charset="-122"/>
              <a:ea typeface="华文中宋" panose="02010600040101010101" charset="-122"/>
            </a:endParaRPr>
          </a:p>
          <a:p>
            <a:pPr indent="0" algn="l" fontAlgn="auto">
              <a:lnSpc>
                <a:spcPct val="150000"/>
              </a:lnSpc>
            </a:pPr>
            <a:r>
              <a:rPr lang="zh-CN" altLang="en-US">
                <a:solidFill>
                  <a:schemeClr val="tx1"/>
                </a:solidFill>
                <a:uFillTx/>
                <a:latin typeface="华文中宋" panose="02010600040101010101" charset="-122"/>
                <a:ea typeface="华文中宋" panose="02010600040101010101" charset="-122"/>
              </a:rPr>
              <a:t>学</a:t>
            </a:r>
            <a:r>
              <a:rPr lang="en-US" altLang="zh-CN">
                <a:solidFill>
                  <a:schemeClr val="tx1"/>
                </a:solidFill>
                <a:uFillTx/>
                <a:latin typeface="华文中宋" panose="02010600040101010101" charset="-122"/>
                <a:ea typeface="华文中宋" panose="02010600040101010101" charset="-122"/>
              </a:rPr>
              <a:t>      </a:t>
            </a:r>
            <a:r>
              <a:rPr lang="zh-CN" altLang="en-US">
                <a:solidFill>
                  <a:schemeClr val="tx1"/>
                </a:solidFill>
                <a:uFillTx/>
                <a:latin typeface="华文中宋" panose="02010600040101010101" charset="-122"/>
                <a:ea typeface="华文中宋" panose="02010600040101010101" charset="-122"/>
              </a:rPr>
              <a:t>院</a:t>
            </a:r>
            <a:r>
              <a:rPr lang="zh-CN" altLang="en-US">
                <a:latin typeface="华文中宋" panose="02010600040101010101" charset="-122"/>
                <a:ea typeface="华文中宋" panose="02010600040101010101" charset="-122"/>
              </a:rPr>
              <a:t>：食品科学与生物工程学院</a:t>
            </a:r>
            <a:endParaRPr lang="zh-CN" altLang="en-US">
              <a:latin typeface="华文中宋" panose="02010600040101010101" charset="-122"/>
              <a:ea typeface="华文中宋" panose="02010600040101010101" charset="-122"/>
            </a:endParaRPr>
          </a:p>
          <a:p>
            <a:pPr algn="l">
              <a:lnSpc>
                <a:spcPct val="150000"/>
              </a:lnSpc>
            </a:pPr>
            <a:r>
              <a:rPr lang="zh-CN" altLang="en-US">
                <a:solidFill>
                  <a:schemeClr val="tx1"/>
                </a:solidFill>
                <a:uFillTx/>
                <a:latin typeface="Times New Roman" panose="02020603050405020304" charset="0"/>
                <a:ea typeface="华文中宋" panose="02010600040101010101" charset="-122"/>
              </a:rPr>
              <a:t>专业班级：</a:t>
            </a:r>
            <a:r>
              <a:rPr lang="en-US" altLang="zh-CN">
                <a:solidFill>
                  <a:schemeClr val="tx1"/>
                </a:solidFill>
                <a:uFillTx/>
                <a:latin typeface="Times New Roman" panose="02020603050405020304" charset="0"/>
                <a:ea typeface="华文中宋" panose="02010600040101010101" charset="-122"/>
              </a:rPr>
              <a:t>2022</a:t>
            </a:r>
            <a:r>
              <a:rPr lang="zh-CN" altLang="en-US">
                <a:solidFill>
                  <a:schemeClr val="tx1"/>
                </a:solidFill>
                <a:uFillTx/>
                <a:latin typeface="Times New Roman" panose="02020603050405020304" charset="0"/>
                <a:ea typeface="华文中宋" panose="02010600040101010101" charset="-122"/>
              </a:rPr>
              <a:t>级食品科学与工程专业三班</a:t>
            </a:r>
            <a:endParaRPr lang="zh-CN" altLang="en-US">
              <a:solidFill>
                <a:schemeClr val="tx1"/>
              </a:solidFill>
              <a:uFillTx/>
              <a:latin typeface="Times New Roman" panose="02020603050405020304" charset="0"/>
              <a:ea typeface="华文中宋" panose="02010600040101010101" charset="-122"/>
            </a:endParaRPr>
          </a:p>
        </p:txBody>
      </p:sp>
      <p:cxnSp>
        <p:nvCxnSpPr>
          <p:cNvPr id="24" name="直接连接符 23"/>
          <p:cNvCxnSpPr/>
          <p:nvPr/>
        </p:nvCxnSpPr>
        <p:spPr>
          <a:xfrm>
            <a:off x="3323590" y="2895671"/>
            <a:ext cx="5544820"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11" name="文本框 10"/>
          <p:cNvSpPr txBox="1"/>
          <p:nvPr/>
        </p:nvSpPr>
        <p:spPr>
          <a:xfrm>
            <a:off x="4110355" y="2945765"/>
            <a:ext cx="3971290" cy="368300"/>
          </a:xfrm>
          <a:prstGeom prst="rect">
            <a:avLst/>
          </a:prstGeom>
          <a:noFill/>
        </p:spPr>
        <p:txBody>
          <a:bodyPr wrap="square" rtlCol="0">
            <a:spAutoFit/>
          </a:bodyPr>
          <a:lstStyle/>
          <a:p>
            <a:pPr algn="ctr"/>
            <a:r>
              <a:rPr lang="en-US" altLang="zh-CN" sz="1800" dirty="0">
                <a:solidFill>
                  <a:schemeClr val="tx1"/>
                </a:solidFill>
                <a:uFillTx/>
                <a:latin typeface="Times New Roman" panose="02020603050405020304" charset="0"/>
                <a:ea typeface="黑体" panose="02010609060101010101" charset="-122"/>
                <a:cs typeface="黑体" panose="02010609060101010101" charset="-122"/>
              </a:rPr>
              <a:t>2026</a:t>
            </a:r>
            <a:r>
              <a:rPr lang="zh-CN" altLang="en-US" sz="1800" dirty="0">
                <a:solidFill>
                  <a:schemeClr val="tx1"/>
                </a:solidFill>
                <a:uFillTx/>
                <a:latin typeface="Times New Roman" panose="02020603050405020304" charset="0"/>
                <a:ea typeface="黑体" panose="02010609060101010101" charset="-122"/>
                <a:cs typeface="黑体" panose="02010609060101010101" charset="-122"/>
              </a:rPr>
              <a:t>届食品科学与工程本科毕业答辩</a:t>
            </a:r>
            <a:endParaRPr lang="zh-CN" altLang="en-US" sz="1800" dirty="0">
              <a:solidFill>
                <a:schemeClr val="tx1"/>
              </a:solidFill>
              <a:uFillTx/>
              <a:latin typeface="Times New Roman" panose="02020603050405020304" charset="0"/>
              <a:ea typeface="黑体" panose="02010609060101010101" charset="-122"/>
              <a:cs typeface="黑体" panose="02010609060101010101" charset="-122"/>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47970" y="457200"/>
            <a:ext cx="1496060" cy="761365"/>
          </a:xfrm>
          <a:prstGeom prst="rect">
            <a:avLst/>
          </a:prstGeom>
          <a:noFill/>
        </p:spPr>
        <p:txBody>
          <a:bodyPr wrap="square" lIns="0" tIns="0" rIns="0" bIns="0" rtlCol="0" anchor="t">
            <a:noAutofit/>
          </a:bodyPr>
          <a:p>
            <a:pPr algn="ctr"/>
            <a:r>
              <a:rPr sz="4000" b="1">
                <a:solidFill>
                  <a:srgbClr val="043642"/>
                </a:solidFill>
                <a:latin typeface="黑体" panose="02010609060101010101" charset="-122"/>
                <a:ea typeface="黑体" panose="02010609060101010101" charset="-122"/>
              </a:rPr>
              <a:t>目录</a:t>
            </a:r>
            <a:endParaRPr sz="4000" b="1">
              <a:solidFill>
                <a:srgbClr val="043642"/>
              </a:solidFill>
              <a:latin typeface="黑体" panose="02010609060101010101" charset="-122"/>
              <a:ea typeface="黑体" panose="02010609060101010101" charset="-122"/>
            </a:endParaRPr>
          </a:p>
        </p:txBody>
      </p:sp>
      <p:sp>
        <p:nvSpPr>
          <p:cNvPr id="4" name="任意多边形 3"/>
          <p:cNvSpPr/>
          <p:nvPr>
            <p:custDataLst>
              <p:tags r:id="rId2"/>
            </p:custDataLst>
          </p:nvPr>
        </p:nvSpPr>
        <p:spPr>
          <a:xfrm>
            <a:off x="3002280" y="1612265"/>
            <a:ext cx="6513195" cy="4612640"/>
          </a:xfrm>
          <a:custGeom>
            <a:avLst/>
            <a:gdLst>
              <a:gd name="sw" fmla="*/ 1 w 8355"/>
              <a:gd name="sh" fmla="*/ 1 h 2595"/>
              <a:gd name="mins" fmla="min sw sh"/>
              <a:gd name="dsw" fmla="+- 0 sw mins"/>
              <a:gd name="dsh" fmla="+- 0 sh mins"/>
              <a:gd name="p0x0" fmla="*/ 270 w 8355"/>
              <a:gd name="p0y0" fmla="*/ 0 h 2595"/>
              <a:gd name="p0x1" fmla="*/ 8085 w 8355"/>
              <a:gd name="p0y1" fmla="*/ 0 h 2595"/>
              <a:gd name="p0x2" fmla="*/ 8234 w 8355"/>
              <a:gd name="p0y2" fmla="*/ 0 h 2595"/>
              <a:gd name="p0x3" fmla="*/ 8355 w 8355"/>
              <a:gd name="p0y3" fmla="*/ 120 h 2595"/>
              <a:gd name="p0x4" fmla="*/ 8355 w 8355"/>
              <a:gd name="p0y4" fmla="*/ 270 h 2595"/>
              <a:gd name="p0x5" fmla="*/ 8355 w 8355"/>
              <a:gd name="p0y5" fmla="*/ 2325 h 2595"/>
              <a:gd name="p0x6" fmla="*/ 8355 w 8355"/>
              <a:gd name="p0y6" fmla="*/ 2474 h 2595"/>
              <a:gd name="p0x7" fmla="*/ 8234 w 8355"/>
              <a:gd name="p0y7" fmla="*/ 2595 h 2595"/>
              <a:gd name="p0x8" fmla="*/ 8085 w 8355"/>
              <a:gd name="p0y8" fmla="*/ 2595 h 2595"/>
              <a:gd name="p0x9" fmla="*/ 270 w 8355"/>
              <a:gd name="p0y9" fmla="*/ 2595 h 2595"/>
              <a:gd name="p0x10" fmla="*/ 120 w 8355"/>
              <a:gd name="p0y10" fmla="*/ 2595 h 2595"/>
              <a:gd name="p0x11" fmla="*/ 0 w 8355"/>
              <a:gd name="p0y11" fmla="*/ 2474 h 2595"/>
              <a:gd name="p0x12" fmla="*/ 0 w 8355"/>
              <a:gd name="p0y12" fmla="*/ 2325 h 2595"/>
              <a:gd name="p0x13" fmla="*/ 0 w 8355"/>
              <a:gd name="p0y13" fmla="*/ 270 h 2595"/>
              <a:gd name="p0x14" fmla="*/ 0 w 8355"/>
              <a:gd name="p0y14" fmla="*/ 120 h 2595"/>
              <a:gd name="p0x15" fmla="*/ 120 w 8355"/>
              <a:gd name="p0y15" fmla="*/ 0 h 2595"/>
              <a:gd name="p0x16" fmla="*/ 270 w 8355"/>
              <a:gd name="p0y16" fmla="*/ 0 h 259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3"/>
            </p:custDataLst>
          </p:nvPr>
        </p:nvSpPr>
        <p:spPr>
          <a:xfrm>
            <a:off x="4350385" y="1893570"/>
            <a:ext cx="3490595" cy="4031615"/>
          </a:xfrm>
          <a:prstGeom prst="rect">
            <a:avLst/>
          </a:prstGeom>
          <a:noFill/>
        </p:spPr>
        <p:txBody>
          <a:bodyPr wrap="square" lIns="0" tIns="0" rIns="0" bIns="0" rtlCol="0" anchor="ctr" anchorCtr="0">
            <a:noAutofit/>
          </a:bodyPr>
          <a:p>
            <a:pPr algn="l">
              <a:lnSpc>
                <a:spcPct val="153000"/>
              </a:lnSpc>
            </a:pPr>
            <a:r>
              <a:rPr sz="3000" b="1">
                <a:solidFill>
                  <a:schemeClr val="tx1">
                    <a:alpha val="80000"/>
                  </a:schemeClr>
                </a:solidFill>
                <a:latin typeface="黑体" panose="02010609060101010101" charset="-122"/>
                <a:ea typeface="黑体" panose="02010609060101010101" charset="-122"/>
                <a:cs typeface="黑体" panose="02010609060101010101" charset="-122"/>
              </a:rPr>
              <a:t>01</a:t>
            </a:r>
            <a:r>
              <a:rPr lang="en-US" sz="3000" b="1">
                <a:solidFill>
                  <a:schemeClr val="tx1">
                    <a:alpha val="80000"/>
                  </a:schemeClr>
                </a:solidFill>
                <a:latin typeface="黑体" panose="02010609060101010101" charset="-122"/>
                <a:ea typeface="黑体" panose="02010609060101010101" charset="-122"/>
                <a:cs typeface="黑体" panose="02010609060101010101" charset="-122"/>
              </a:rPr>
              <a:t>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设计背景</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a:p>
            <a:pPr algn="l">
              <a:lnSpc>
                <a:spcPct val="153000"/>
              </a:lnSpc>
            </a:pPr>
            <a:r>
              <a:rPr lang="en-US" altLang="zh-CN" sz="3000" b="1">
                <a:solidFill>
                  <a:schemeClr val="tx1">
                    <a:alpha val="80000"/>
                  </a:schemeClr>
                </a:solidFill>
                <a:latin typeface="黑体" panose="02010609060101010101" charset="-122"/>
                <a:ea typeface="黑体" panose="02010609060101010101" charset="-122"/>
                <a:cs typeface="黑体" panose="02010609060101010101" charset="-122"/>
              </a:rPr>
              <a:t>02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工艺设计</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a:p>
            <a:pPr algn="l">
              <a:lnSpc>
                <a:spcPct val="153000"/>
              </a:lnSpc>
            </a:pPr>
            <a:r>
              <a:rPr lang="en-US" altLang="zh-CN" sz="3000" b="1">
                <a:solidFill>
                  <a:schemeClr val="tx1">
                    <a:alpha val="80000"/>
                  </a:schemeClr>
                </a:solidFill>
                <a:latin typeface="黑体" panose="02010609060101010101" charset="-122"/>
                <a:ea typeface="黑体" panose="02010609060101010101" charset="-122"/>
                <a:cs typeface="黑体" panose="02010609060101010101" charset="-122"/>
              </a:rPr>
              <a:t>03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非工艺设计</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a:p>
            <a:pPr algn="l">
              <a:lnSpc>
                <a:spcPct val="153000"/>
              </a:lnSpc>
            </a:pPr>
            <a:r>
              <a:rPr lang="en-US" altLang="zh-CN" sz="3000" b="1">
                <a:solidFill>
                  <a:schemeClr val="tx1">
                    <a:alpha val="80000"/>
                  </a:schemeClr>
                </a:solidFill>
                <a:latin typeface="黑体" panose="02010609060101010101" charset="-122"/>
                <a:ea typeface="黑体" panose="02010609060101010101" charset="-122"/>
                <a:cs typeface="黑体" panose="02010609060101010101" charset="-122"/>
              </a:rPr>
              <a:t>04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环境保护</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a:p>
            <a:pPr algn="l">
              <a:lnSpc>
                <a:spcPct val="153000"/>
              </a:lnSpc>
            </a:pPr>
            <a:r>
              <a:rPr lang="en-US" altLang="zh-CN" sz="3000" b="1">
                <a:solidFill>
                  <a:schemeClr val="tx1">
                    <a:alpha val="80000"/>
                  </a:schemeClr>
                </a:solidFill>
                <a:latin typeface="黑体" panose="02010609060101010101" charset="-122"/>
                <a:ea typeface="黑体" panose="02010609060101010101" charset="-122"/>
                <a:cs typeface="黑体" panose="02010609060101010101" charset="-122"/>
              </a:rPr>
              <a:t>05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车间成本核算</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a:p>
            <a:pPr algn="l">
              <a:lnSpc>
                <a:spcPct val="153000"/>
              </a:lnSpc>
            </a:pPr>
            <a:r>
              <a:rPr lang="en-US" altLang="zh-CN" sz="3000" b="1">
                <a:solidFill>
                  <a:schemeClr val="tx1">
                    <a:alpha val="80000"/>
                  </a:schemeClr>
                </a:solidFill>
                <a:latin typeface="黑体" panose="02010609060101010101" charset="-122"/>
                <a:ea typeface="黑体" panose="02010609060101010101" charset="-122"/>
                <a:cs typeface="黑体" panose="02010609060101010101" charset="-122"/>
              </a:rPr>
              <a:t>06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结论</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idx="16388"/>
            <p:custDataLst>
              <p:tags r:id="rId1"/>
            </p:custDataLst>
          </p:nvPr>
        </p:nvSpPr>
        <p:spPr/>
        <p:txBody>
          <a:bodyPr>
            <a:normAutofit/>
          </a:bodyPr>
          <a:p>
            <a:r>
              <a:rPr lang="zh-CN" altLang="en-US"/>
              <a:t>设计背景</a:t>
            </a:r>
            <a:endParaRPr lang="zh-CN" altLang="en-US"/>
          </a:p>
        </p:txBody>
      </p:sp>
      <p:sp>
        <p:nvSpPr>
          <p:cNvPr id="3" name="文本占位符 15"/>
          <p:cNvSpPr>
            <a:spLocks noGrp="1"/>
          </p:cNvSpPr>
          <p:nvPr>
            <p:ph type="body" idx="16389"/>
            <p:custDataLst>
              <p:tags r:id="rId2"/>
            </p:custDataLst>
          </p:nvPr>
        </p:nvSpPr>
        <p:spPr/>
        <p:txBody>
          <a:bodyPr/>
          <a:p>
            <a:r>
              <a:rPr lang="en-US" altLang="en-US"/>
              <a:t>01</a:t>
            </a:r>
            <a:endParaRPr lang="en-US"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533527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1-1 </a:t>
            </a:r>
            <a:r>
              <a:rPr sz="3000" b="1">
                <a:solidFill>
                  <a:srgbClr val="043642"/>
                </a:solidFill>
                <a:latin typeface="微软雅黑" panose="020B0503020204020204" charset="-122"/>
                <a:ea typeface="微软雅黑" panose="020B0503020204020204" charset="-122"/>
              </a:rPr>
              <a:t>国内外蓝莓酸奶发展现状</a:t>
            </a:r>
            <a:endParaRPr sz="3000" b="1">
              <a:solidFill>
                <a:srgbClr val="043642"/>
              </a:solidFill>
              <a:latin typeface="微软雅黑" panose="020B0503020204020204" charset="-122"/>
              <a:ea typeface="微软雅黑" panose="020B0503020204020204" charset="-122"/>
            </a:endParaRPr>
          </a:p>
        </p:txBody>
      </p:sp>
      <p:sp>
        <p:nvSpPr>
          <p:cNvPr id="12" name="任意多边形 11"/>
          <p:cNvSpPr/>
          <p:nvPr>
            <p:custDataLst>
              <p:tags r:id="rId2"/>
            </p:custDataLst>
          </p:nvPr>
        </p:nvSpPr>
        <p:spPr>
          <a:xfrm>
            <a:off x="752475" y="1002030"/>
            <a:ext cx="10633075" cy="5464810"/>
          </a:xfrm>
          <a:custGeom>
            <a:avLst/>
            <a:gdLst>
              <a:gd name="sw" fmla="*/ 1 w 5585"/>
              <a:gd name="sh" fmla="*/ 1 h 7425"/>
              <a:gd name="mins" fmla="min sw sh"/>
              <a:gd name="dsw" fmla="+- 0 sw mins"/>
              <a:gd name="dsh" fmla="+- 0 sh mins"/>
              <a:gd name="p0x0" fmla="*/ 120 w 5585"/>
              <a:gd name="p0y0" fmla="*/ 0 h 7425"/>
              <a:gd name="p0x1" fmla="*/ 5465 w 5585"/>
              <a:gd name="p0y1" fmla="*/ 0 h 7425"/>
              <a:gd name="p0x2" fmla="*/ 5531 w 5585"/>
              <a:gd name="p0y2" fmla="*/ 0 h 7425"/>
              <a:gd name="p0x3" fmla="*/ 5585 w 5585"/>
              <a:gd name="p0y3" fmla="*/ 53 h 7425"/>
              <a:gd name="p0x4" fmla="*/ 5585 w 5585"/>
              <a:gd name="p0y4" fmla="*/ 120 h 7425"/>
              <a:gd name="p0x5" fmla="*/ 5585 w 5585"/>
              <a:gd name="p0y5" fmla="*/ 7305 h 7425"/>
              <a:gd name="p0x6" fmla="*/ 5585 w 5585"/>
              <a:gd name="p0y6" fmla="*/ 7371 h 7425"/>
              <a:gd name="p0x7" fmla="*/ 5531 w 5585"/>
              <a:gd name="p0y7" fmla="*/ 7425 h 7425"/>
              <a:gd name="p0x8" fmla="*/ 5465 w 5585"/>
              <a:gd name="p0y8" fmla="*/ 7425 h 7425"/>
              <a:gd name="p0x9" fmla="*/ 120 w 5585"/>
              <a:gd name="p0y9" fmla="*/ 7425 h 7425"/>
              <a:gd name="p0x10" fmla="*/ 53 w 5585"/>
              <a:gd name="p0y10" fmla="*/ 7425 h 7425"/>
              <a:gd name="p0x11" fmla="*/ 0 w 5585"/>
              <a:gd name="p0y11" fmla="*/ 7371 h 7425"/>
              <a:gd name="p0x12" fmla="*/ 0 w 5585"/>
              <a:gd name="p0y12" fmla="*/ 7305 h 7425"/>
              <a:gd name="p0x13" fmla="*/ 0 w 5585"/>
              <a:gd name="p0y13" fmla="*/ 120 h 7425"/>
              <a:gd name="p0x14" fmla="*/ 0 w 5585"/>
              <a:gd name="p0y14" fmla="*/ 53 h 7425"/>
              <a:gd name="p0x15" fmla="*/ 53 w 5585"/>
              <a:gd name="p0y15" fmla="*/ 0 h 7425"/>
              <a:gd name="p0x16" fmla="*/ 120 w 5585"/>
              <a:gd name="p0y16" fmla="*/ 0 h 742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832485" y="1096010"/>
            <a:ext cx="10553065" cy="5080000"/>
          </a:xfrm>
          <a:prstGeom prst="rect">
            <a:avLst/>
          </a:prstGeom>
          <a:noFill/>
        </p:spPr>
        <p:txBody>
          <a:bodyPr wrap="square" rtlCol="0">
            <a:noAutofit/>
          </a:bodyPr>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a:t>
            </a:r>
            <a:r>
              <a:rPr lang="en-US" altLang="zh-CN" sz="2000">
                <a:solidFill>
                  <a:schemeClr val="tx1"/>
                </a:solidFill>
                <a:uFillTx/>
                <a:latin typeface="Times New Roman" panose="02020603050405020304" charset="0"/>
                <a:ea typeface="华文中宋" panose="02010600040101010101" charset="-122"/>
              </a:rPr>
              <a:t>1</a:t>
            </a:r>
            <a:r>
              <a:rPr lang="zh-CN" altLang="en-US" sz="2000">
                <a:solidFill>
                  <a:schemeClr val="tx1"/>
                </a:solidFill>
                <a:uFillTx/>
                <a:latin typeface="Times New Roman" panose="02020603050405020304" charset="0"/>
                <a:ea typeface="华文中宋" panose="02010600040101010101" charset="-122"/>
              </a:rPr>
              <a:t>）国内方面</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我国已成为全球最大蓝莓生产国，贵州、云南、四川等主产区产能不断释放，为蓝莓酸奶加工提供了充裕的原料基础；</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但目前加工专用品种结构失衡、自主培育品种短缺，中西部主产区冷链物流覆盖范围和温控精准度不足，精深加工调控措施及配套设备仍较为欠缺，制约了高端搅拌型风味酸奶的规模化发展。</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a:t>
            </a:r>
            <a:r>
              <a:rPr lang="en-US" altLang="zh-CN" sz="2000">
                <a:solidFill>
                  <a:schemeClr val="tx1"/>
                </a:solidFill>
                <a:uFillTx/>
                <a:latin typeface="Times New Roman" panose="02020603050405020304" charset="0"/>
                <a:ea typeface="华文中宋" panose="02010600040101010101" charset="-122"/>
              </a:rPr>
              <a:t>2</a:t>
            </a:r>
            <a:r>
              <a:rPr lang="zh-CN" altLang="en-US" sz="2000">
                <a:solidFill>
                  <a:schemeClr val="tx1"/>
                </a:solidFill>
                <a:uFillTx/>
                <a:latin typeface="Times New Roman" panose="02020603050405020304" charset="0"/>
                <a:ea typeface="华文中宋" panose="02010600040101010101" charset="-122"/>
              </a:rPr>
              <a:t>）国际方面</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全球蓝莓产量呈规模化增长，功能性乳制品消费升级推动蓝莓酸奶成为乳品加工创新的主要方向；</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国际研究重点聚焦于发酵及热加工过程中花色苷的稳定性与色泽保护方法；</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总体来看，全球蓝莓酸奶产业正从初级原辅料简单复配向精准工艺过程控制与功能品质协同优化的工程路径转变。</a:t>
            </a:r>
            <a:endParaRPr lang="zh-CN" altLang="en-US" sz="2000">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426847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1-2 </a:t>
            </a:r>
            <a:r>
              <a:rPr sz="3000" b="1">
                <a:solidFill>
                  <a:srgbClr val="043642"/>
                </a:solidFill>
                <a:latin typeface="微软雅黑" panose="020B0503020204020204" charset="-122"/>
                <a:ea typeface="微软雅黑" panose="020B0503020204020204" charset="-122"/>
              </a:rPr>
              <a:t>蓝莓营养价值概述</a:t>
            </a:r>
            <a:endParaRPr sz="3000" b="1">
              <a:solidFill>
                <a:srgbClr val="043642"/>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935355"/>
            <a:ext cx="10786110" cy="5536565"/>
          </a:xfrm>
          <a:custGeom>
            <a:avLst/>
            <a:gdLst>
              <a:gd name="sw" fmla="*/ 1 w 5585"/>
              <a:gd name="sh" fmla="*/ 1 h 8445"/>
              <a:gd name="mins" fmla="min sw sh"/>
              <a:gd name="dsw" fmla="+- 0 sw mins"/>
              <a:gd name="dsh" fmla="+- 0 sh mins"/>
              <a:gd name="p0x0" fmla="*/ 120 w 5585"/>
              <a:gd name="p0y0" fmla="*/ 0 h 8445"/>
              <a:gd name="p0x1" fmla="*/ 5465 w 5585"/>
              <a:gd name="p0y1" fmla="*/ 0 h 8445"/>
              <a:gd name="p0x2" fmla="*/ 5531 w 5585"/>
              <a:gd name="p0y2" fmla="*/ 0 h 8445"/>
              <a:gd name="p0x3" fmla="*/ 5585 w 5585"/>
              <a:gd name="p0y3" fmla="*/ 53 h 8445"/>
              <a:gd name="p0x4" fmla="*/ 5585 w 5585"/>
              <a:gd name="p0y4" fmla="*/ 120 h 8445"/>
              <a:gd name="p0x5" fmla="*/ 5585 w 5585"/>
              <a:gd name="p0y5" fmla="*/ 8325 h 8445"/>
              <a:gd name="p0x6" fmla="*/ 5585 w 5585"/>
              <a:gd name="p0y6" fmla="*/ 8391 h 8445"/>
              <a:gd name="p0x7" fmla="*/ 5531 w 5585"/>
              <a:gd name="p0y7" fmla="*/ 8445 h 8445"/>
              <a:gd name="p0x8" fmla="*/ 5465 w 5585"/>
              <a:gd name="p0y8" fmla="*/ 8445 h 8445"/>
              <a:gd name="p0x9" fmla="*/ 120 w 5585"/>
              <a:gd name="p0y9" fmla="*/ 8445 h 8445"/>
              <a:gd name="p0x10" fmla="*/ 53 w 5585"/>
              <a:gd name="p0y10" fmla="*/ 8445 h 8445"/>
              <a:gd name="p0x11" fmla="*/ 0 w 5585"/>
              <a:gd name="p0y11" fmla="*/ 8391 h 8445"/>
              <a:gd name="p0x12" fmla="*/ 0 w 5585"/>
              <a:gd name="p0y12" fmla="*/ 8325 h 8445"/>
              <a:gd name="p0x13" fmla="*/ 0 w 5585"/>
              <a:gd name="p0y13" fmla="*/ 120 h 8445"/>
              <a:gd name="p0x14" fmla="*/ 0 w 5585"/>
              <a:gd name="p0y14" fmla="*/ 53 h 8445"/>
              <a:gd name="p0x15" fmla="*/ 53 w 5585"/>
              <a:gd name="p0y15" fmla="*/ 0 h 8445"/>
              <a:gd name="p0x16" fmla="*/ 120 w 5585"/>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9" name="组合 38"/>
          <p:cNvGrpSpPr/>
          <p:nvPr/>
        </p:nvGrpSpPr>
        <p:grpSpPr>
          <a:xfrm>
            <a:off x="771525" y="1304925"/>
            <a:ext cx="3155950" cy="580390"/>
            <a:chOff x="1215" y="2055"/>
            <a:chExt cx="4970" cy="914"/>
          </a:xfrm>
        </p:grpSpPr>
        <p:sp>
          <p:nvSpPr>
            <p:cNvPr id="5" name="任意多边形 4"/>
            <p:cNvSpPr/>
            <p:nvPr>
              <p:custDataLst>
                <p:tags r:id="rId3"/>
              </p:custDataLst>
            </p:nvPr>
          </p:nvSpPr>
          <p:spPr>
            <a:xfrm>
              <a:off x="1215" y="2055"/>
              <a:ext cx="4970" cy="915"/>
            </a:xfrm>
            <a:custGeom>
              <a:avLst/>
              <a:gdLst>
                <a:gd name="sw" fmla="*/ 1 w 4970"/>
                <a:gd name="sh" fmla="*/ 1 h 915"/>
                <a:gd name="mins" fmla="min sw sh"/>
                <a:gd name="dsw" fmla="+- 0 sw mins"/>
                <a:gd name="dsh" fmla="+- 0 sh mins"/>
                <a:gd name="p0x0" fmla="*/ 0 w 4970"/>
                <a:gd name="p0y0" fmla="*/ 0 h 915"/>
                <a:gd name="p0x1" fmla="*/ 4970 w 4970"/>
                <a:gd name="p0y1" fmla="*/ 0 h 915"/>
                <a:gd name="p0x2" fmla="*/ 4970 w 4970"/>
                <a:gd name="p0y2" fmla="*/ 915 h 915"/>
                <a:gd name="p0x3" fmla="*/ 0 w 4970"/>
                <a:gd name="p0y3" fmla="*/ 915 h 915"/>
                <a:gd name="p0x4" fmla="*/ 0 w 4970"/>
                <a:gd name="p0y4" fmla="*/ 0 h 915"/>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4"/>
              </p:custDataLst>
            </p:nvPr>
          </p:nvSpPr>
          <p:spPr>
            <a:xfrm>
              <a:off x="1215" y="2955"/>
              <a:ext cx="4970" cy="15"/>
            </a:xfrm>
            <a:custGeom>
              <a:avLst/>
              <a:gdLst>
                <a:gd name="sw" fmla="*/ 1 w 4970"/>
                <a:gd name="sh" fmla="*/ 1 h 15"/>
                <a:gd name="mins" fmla="min sw sh"/>
                <a:gd name="dsw" fmla="+- 0 sw mins"/>
                <a:gd name="dsh" fmla="+- 0 sh mins"/>
                <a:gd name="p0x0" fmla="*/ 4970 w 4970"/>
                <a:gd name="p0y0" fmla="*/ 15 h 15"/>
                <a:gd name="p0x1" fmla="*/ 0 w 4970"/>
                <a:gd name="p0y1" fmla="*/ 15 h 15"/>
                <a:gd name="p0x2" fmla="*/ 0 w 4970"/>
                <a:gd name="p0y2" fmla="*/ 0 h 15"/>
                <a:gd name="p0x3" fmla="*/ 4970 w 4970"/>
                <a:gd name="p0y3" fmla="*/ 0 h 15"/>
                <a:gd name="p0x4" fmla="*/ 4970 w 4970"/>
                <a:gd name="p0y4" fmla="*/ 15 h 15"/>
              </a:gdLst>
              <a:ahLst/>
              <a:cxnLst/>
              <a:pathLst>
                <a:path>
                  <a:moveTo>
                    <a:pt x="p0x0" y="p0y0"/>
                  </a:moveTo>
                  <a:lnTo>
                    <a:pt x="p0x1" y="p0y1"/>
                  </a:lnTo>
                  <a:lnTo>
                    <a:pt x="p0x2" y="p0y2"/>
                  </a:lnTo>
                  <a:lnTo>
                    <a:pt x="p0x3" y="p0y3"/>
                  </a:lnTo>
                  <a:lnTo>
                    <a:pt x="p0x4" y="p0y4"/>
                  </a:lnTo>
                  <a:close/>
                </a:path>
              </a:pathLst>
            </a:custGeom>
            <a:solidFill>
              <a:srgbClr val="E5F4F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 name="文本框 1"/>
          <p:cNvSpPr txBox="1"/>
          <p:nvPr/>
        </p:nvSpPr>
        <p:spPr>
          <a:xfrm>
            <a:off x="843280" y="1122045"/>
            <a:ext cx="10269220" cy="5234305"/>
          </a:xfrm>
          <a:prstGeom prst="rect">
            <a:avLst/>
          </a:prstGeom>
          <a:noFill/>
        </p:spPr>
        <p:txBody>
          <a:bodyPr wrap="square" rtlCol="0">
            <a:noAutofit/>
          </a:bodyPr>
          <a:p>
            <a:pPr indent="508000" algn="l">
              <a:lnSpc>
                <a:spcPct val="180000"/>
              </a:lnSpc>
              <a:buClrTx/>
              <a:buSzTx/>
              <a:buNone/>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从营养素构成来看，蓝莓果实富含蛋白质、维生素（VC、VE）以及钾、铁、锌等微量元素，成熟果实中膳食纤维质量分数可达4.5%，在同类浆果中具有明显优势。这些成分主要是以飞燕草素、矢车菊素、矮牵牛素等和葡萄糖或者半乳糖偶联所形成的花色苷形式稳定存在，是蓝莓具备强自由基清除能力的主要根源。</a:t>
            </a:r>
            <a:endParaRPr lang="zh-CN" altLang="en-US" sz="2000">
              <a:uFillTx/>
              <a:latin typeface="Times New Roman" panose="02020603050405020304" charset="0"/>
              <a:ea typeface="华文中宋" panose="02010600040101010101" charset="-122"/>
            </a:endParaRPr>
          </a:p>
          <a:p>
            <a:pPr indent="508000" algn="l">
              <a:lnSpc>
                <a:spcPct val="180000"/>
              </a:lnSpc>
              <a:buClrTx/>
              <a:buSzTx/>
              <a:buNone/>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从活性因子的生理调节机制来看，花青素成分能够激活视网膜相关酶活性、降低基质金属蛋白酶-2的表达，从而改善视觉传导、延缓近视进程；多糖类大分子参与机体运动耐力的调控，通过加快血乳酸代谢发挥抗疲劳的效果。</a:t>
            </a:r>
            <a:endParaRPr lang="zh-CN" altLang="en-US" sz="2000">
              <a:uFillTx/>
              <a:latin typeface="Times New Roman" panose="02020603050405020304" charset="0"/>
              <a:ea typeface="华文中宋" panose="02010600040101010101" charset="-122"/>
            </a:endParaRPr>
          </a:p>
          <a:p>
            <a:pPr indent="508000" algn="l">
              <a:lnSpc>
                <a:spcPct val="180000"/>
              </a:lnSpc>
              <a:buClrTx/>
              <a:buSzTx/>
              <a:buNone/>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上述生物活性和综合营养特性，奠定了蓝莓作为发酵乳等功能性食品主要辅料的技术价值。</a:t>
            </a:r>
            <a:endParaRPr lang="zh-CN" altLang="en-US" sz="2000">
              <a:uFillTx/>
              <a:latin typeface="Times New Roman" panose="02020603050405020304" charset="0"/>
              <a:ea typeface="华文中宋" panose="020106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idx="16388"/>
            <p:custDataLst>
              <p:tags r:id="rId1"/>
            </p:custDataLst>
          </p:nvPr>
        </p:nvSpPr>
        <p:spPr/>
        <p:txBody>
          <a:bodyPr>
            <a:normAutofit/>
          </a:bodyPr>
          <a:p>
            <a:r>
              <a:rPr lang="zh-CN" altLang="en-US"/>
              <a:t>工艺设计</a:t>
            </a:r>
            <a:endParaRPr lang="zh-CN" altLang="en-US"/>
          </a:p>
        </p:txBody>
      </p:sp>
      <p:sp>
        <p:nvSpPr>
          <p:cNvPr id="3" name="文本占位符 15"/>
          <p:cNvSpPr>
            <a:spLocks noGrp="1"/>
          </p:cNvSpPr>
          <p:nvPr>
            <p:ph type="body" idx="16389"/>
            <p:custDataLst>
              <p:tags r:id="rId2"/>
            </p:custDataLst>
          </p:nvPr>
        </p:nvSpPr>
        <p:spPr/>
        <p:txBody>
          <a:bodyPr/>
          <a:p>
            <a:r>
              <a:rPr lang="en-US" altLang="en-US"/>
              <a:t>02</a:t>
            </a:r>
            <a:endParaRPr lang="en-US"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446786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2-1 </a:t>
            </a:r>
            <a:r>
              <a:rPr sz="3000" b="1">
                <a:solidFill>
                  <a:srgbClr val="043642"/>
                </a:solidFill>
                <a:latin typeface="微软雅黑" panose="020B0503020204020204" charset="-122"/>
                <a:ea typeface="微软雅黑" panose="020B0503020204020204" charset="-122"/>
              </a:rPr>
              <a:t>产品方案与质量要求</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883285"/>
            <a:ext cx="11030585" cy="5640070"/>
          </a:xfrm>
          <a:custGeom>
            <a:avLst/>
            <a:gdLst>
              <a:gd name="sw" fmla="*/ 1 w 8535"/>
              <a:gd name="sh" fmla="*/ 1 h 2872"/>
              <a:gd name="mins" fmla="min sw sh"/>
              <a:gd name="dsw" fmla="+- 0 sw mins"/>
              <a:gd name="dsh" fmla="+- 0 sh mins"/>
              <a:gd name="p0x0" fmla="*/ 120 w 8535"/>
              <a:gd name="p0y0" fmla="*/ 0 h 2872"/>
              <a:gd name="p0x1" fmla="*/ 8415 w 8535"/>
              <a:gd name="p0y1" fmla="*/ 0 h 2872"/>
              <a:gd name="p0x2" fmla="*/ 8481 w 8535"/>
              <a:gd name="p0y2" fmla="*/ 0 h 2872"/>
              <a:gd name="p0x3" fmla="*/ 8535 w 8535"/>
              <a:gd name="p0y3" fmla="*/ 53 h 2872"/>
              <a:gd name="p0x4" fmla="*/ 8535 w 8535"/>
              <a:gd name="p0y4" fmla="*/ 120 h 2872"/>
              <a:gd name="p0x5" fmla="*/ 8535 w 8535"/>
              <a:gd name="p0y5" fmla="*/ 2752 h 2872"/>
              <a:gd name="p0x6" fmla="*/ 8535 w 8535"/>
              <a:gd name="p0y6" fmla="*/ 2818 h 2872"/>
              <a:gd name="p0x7" fmla="*/ 8481 w 8535"/>
              <a:gd name="p0y7" fmla="*/ 2872 h 2872"/>
              <a:gd name="p0x8" fmla="*/ 8415 w 8535"/>
              <a:gd name="p0y8" fmla="*/ 2872 h 2872"/>
              <a:gd name="p0x9" fmla="*/ 120 w 8535"/>
              <a:gd name="p0y9" fmla="*/ 2872 h 2872"/>
              <a:gd name="p0x10" fmla="*/ 53 w 8535"/>
              <a:gd name="p0y10" fmla="*/ 2872 h 2872"/>
              <a:gd name="p0x11" fmla="*/ 0 w 8535"/>
              <a:gd name="p0y11" fmla="*/ 2818 h 2872"/>
              <a:gd name="p0x12" fmla="*/ 0 w 8535"/>
              <a:gd name="p0y12" fmla="*/ 2752 h 2872"/>
              <a:gd name="p0x13" fmla="*/ 0 w 8535"/>
              <a:gd name="p0y13" fmla="*/ 120 h 2872"/>
              <a:gd name="p0x14" fmla="*/ 0 w 8535"/>
              <a:gd name="p0y14" fmla="*/ 53 h 2872"/>
              <a:gd name="p0x15" fmla="*/ 53 w 8535"/>
              <a:gd name="p0y15" fmla="*/ 0 h 2872"/>
              <a:gd name="p0x16" fmla="*/ 120 w 8535"/>
              <a:gd name="p0y16" fmla="*/ 0 h 2872"/>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文本框 51"/>
          <p:cNvSpPr txBox="1"/>
          <p:nvPr/>
        </p:nvSpPr>
        <p:spPr>
          <a:xfrm>
            <a:off x="717550" y="990600"/>
            <a:ext cx="10686415" cy="5363845"/>
          </a:xfrm>
          <a:prstGeom prst="rect">
            <a:avLst/>
          </a:prstGeom>
          <a:noFill/>
        </p:spPr>
        <p:txBody>
          <a:bodyPr wrap="square" rtlCol="0">
            <a:noAutofit/>
          </a:bodyPr>
          <a:p>
            <a:pPr indent="558800" algn="just" fontAlgn="auto" hangingPunct="0">
              <a:lnSpc>
                <a:spcPct val="170000"/>
              </a:lnSpc>
              <a:extLst>
                <a:ext uri="{35155182-B16C-46BC-9424-99874614C6A1}">
                  <wpsdc:indentchars xmlns:wpsdc="http://www.wps.cn/officeDocument/2017/drawingmlCustomData" val="200" checksum="1956455923"/>
                </a:ext>
              </a:extLst>
            </a:pPr>
            <a:r>
              <a:rPr lang="zh-CN" altLang="en-US" sz="2200">
                <a:solidFill>
                  <a:schemeClr val="tx1"/>
                </a:solidFill>
                <a:uFillTx/>
                <a:latin typeface="Times New Roman" panose="02020603050405020304" charset="0"/>
                <a:ea typeface="华文中宋" panose="02010600040101010101" charset="-122"/>
              </a:rPr>
              <a:t>产品方案方面，本设计定位为搅拌型蓝莓酸奶，采用优质生鲜乳与蓝莓果浆复合制作，</a:t>
            </a:r>
            <a:r>
              <a:rPr lang="zh-CN" altLang="en-US" sz="2200" b="1">
                <a:solidFill>
                  <a:schemeClr val="tx1"/>
                </a:solidFill>
                <a:uFillTx/>
                <a:latin typeface="Times New Roman" panose="02020603050405020304" charset="0"/>
                <a:ea typeface="华文中宋" panose="02010600040101010101" charset="-122"/>
              </a:rPr>
              <a:t>选用250g/瓶的瓶装形式、12瓶/箱</a:t>
            </a:r>
            <a:r>
              <a:rPr lang="zh-CN" altLang="en-US" sz="2200">
                <a:solidFill>
                  <a:schemeClr val="tx1"/>
                </a:solidFill>
                <a:uFillTx/>
                <a:latin typeface="Times New Roman" panose="02020603050405020304" charset="0"/>
                <a:ea typeface="华文中宋" panose="02010600040101010101" charset="-122"/>
              </a:rPr>
              <a:t>，面向即饮零售与家庭消费市场。</a:t>
            </a:r>
            <a:endParaRPr lang="zh-CN" altLang="en-US" sz="2200">
              <a:solidFill>
                <a:schemeClr val="tx1"/>
              </a:solidFill>
              <a:uFillTx/>
              <a:latin typeface="Times New Roman" panose="02020603050405020304" charset="0"/>
              <a:ea typeface="华文中宋" panose="02010600040101010101" charset="-122"/>
            </a:endParaRPr>
          </a:p>
          <a:p>
            <a:pPr indent="558800" algn="just" fontAlgn="auto" hangingPunct="0">
              <a:lnSpc>
                <a:spcPct val="170000"/>
              </a:lnSpc>
              <a:extLst>
                <a:ext uri="{35155182-B16C-46BC-9424-99874614C6A1}">
                  <wpsdc:indentchars xmlns:wpsdc="http://www.wps.cn/officeDocument/2017/drawingmlCustomData" val="200" checksum="1956455923"/>
                </a:ext>
              </a:extLst>
            </a:pPr>
            <a:r>
              <a:rPr lang="zh-CN" altLang="en-US" sz="2200" b="1">
                <a:solidFill>
                  <a:schemeClr val="tx1"/>
                </a:solidFill>
                <a:uFillTx/>
                <a:latin typeface="Times New Roman" panose="02020603050405020304" charset="0"/>
                <a:ea typeface="华文中宋" panose="02010600040101010101" charset="-122"/>
              </a:rPr>
              <a:t>车间年产1000吨，全年生产300天，采用单班制，每班8小时，班产3.5吨。</a:t>
            </a:r>
            <a:r>
              <a:rPr lang="zh-CN" altLang="en-US" sz="2200">
                <a:solidFill>
                  <a:schemeClr val="tx1"/>
                </a:solidFill>
                <a:uFillTx/>
                <a:latin typeface="Times New Roman" panose="02020603050405020304" charset="0"/>
                <a:ea typeface="华文中宋" panose="02010600040101010101" charset="-122"/>
              </a:rPr>
              <a:t>本设计规划通过我国贵州、云南、四川和辽宁等主要产区的地理纬度和生态类型差别，错时衔接各产区蓝莓的上市时段。另外对于中高端产品线的配方要求，该方案在生产安排里引入智利、秘鲁等南半球国家的进口冻果当作反季节的补充。</a:t>
            </a:r>
            <a:endParaRPr lang="zh-CN" altLang="en-US" sz="2200">
              <a:solidFill>
                <a:schemeClr val="tx1"/>
              </a:solidFill>
              <a:uFillTx/>
              <a:latin typeface="Times New Roman" panose="02020603050405020304" charset="0"/>
              <a:ea typeface="华文中宋" panose="02010600040101010101" charset="-122"/>
            </a:endParaRPr>
          </a:p>
          <a:p>
            <a:pPr indent="558800" algn="just" fontAlgn="auto" hangingPunct="0">
              <a:lnSpc>
                <a:spcPct val="170000"/>
              </a:lnSpc>
              <a:extLst>
                <a:ext uri="{35155182-B16C-46BC-9424-99874614C6A1}">
                  <wpsdc:indentchars xmlns:wpsdc="http://www.wps.cn/officeDocument/2017/drawingmlCustomData" val="200" checksum="1956455923"/>
                </a:ext>
              </a:extLst>
            </a:pPr>
            <a:r>
              <a:rPr lang="zh-CN" altLang="en-US" sz="2200" b="1">
                <a:solidFill>
                  <a:schemeClr val="tx1"/>
                </a:solidFill>
                <a:uFillTx/>
                <a:latin typeface="Times New Roman" panose="02020603050405020304" charset="0"/>
                <a:ea typeface="华文中宋" panose="02010600040101010101" charset="-122"/>
              </a:rPr>
              <a:t>产品质量严格遵守</a:t>
            </a:r>
            <a:r>
              <a:rPr lang="en-US" altLang="zh-CN" sz="2200" b="1">
                <a:solidFill>
                  <a:schemeClr val="tx1"/>
                </a:solidFill>
                <a:uFillTx/>
                <a:latin typeface="Times New Roman" panose="02020603050405020304" charset="0"/>
                <a:ea typeface="华文中宋" panose="02010600040101010101" charset="-122"/>
              </a:rPr>
              <a:t>GB12693-2023《</a:t>
            </a:r>
            <a:r>
              <a:rPr lang="zh-CN" altLang="en-US" sz="2200" b="1">
                <a:solidFill>
                  <a:schemeClr val="tx1"/>
                </a:solidFill>
                <a:uFillTx/>
                <a:latin typeface="Times New Roman" panose="02020603050405020304" charset="0"/>
                <a:ea typeface="华文中宋" panose="02010600040101010101" charset="-122"/>
              </a:rPr>
              <a:t>乳制品良好生产规范》以及</a:t>
            </a:r>
            <a:r>
              <a:rPr lang="en-US" altLang="zh-CN" sz="2200" b="1">
                <a:solidFill>
                  <a:schemeClr val="tx1"/>
                </a:solidFill>
                <a:uFillTx/>
                <a:latin typeface="Times New Roman" panose="02020603050405020304" charset="0"/>
                <a:ea typeface="华文中宋" panose="02010600040101010101" charset="-122"/>
              </a:rPr>
              <a:t>GB19302-2025《</a:t>
            </a:r>
            <a:r>
              <a:rPr lang="zh-CN" altLang="en-US" sz="2200" b="1">
                <a:solidFill>
                  <a:schemeClr val="tx1"/>
                </a:solidFill>
                <a:uFillTx/>
                <a:latin typeface="Times New Roman" panose="02020603050405020304" charset="0"/>
                <a:ea typeface="华文中宋" panose="02010600040101010101" charset="-122"/>
              </a:rPr>
              <a:t>食品安全国家标准</a:t>
            </a:r>
            <a:r>
              <a:rPr lang="en-US" altLang="zh-CN" sz="2200" b="1">
                <a:solidFill>
                  <a:schemeClr val="tx1"/>
                </a:solidFill>
                <a:uFillTx/>
                <a:latin typeface="Times New Roman" panose="02020603050405020304" charset="0"/>
                <a:ea typeface="华文中宋" panose="02010600040101010101" charset="-122"/>
              </a:rPr>
              <a:t> </a:t>
            </a:r>
            <a:r>
              <a:rPr lang="zh-CN" altLang="en-US" sz="2200" b="1">
                <a:solidFill>
                  <a:schemeClr val="tx1"/>
                </a:solidFill>
                <a:uFillTx/>
                <a:latin typeface="Times New Roman" panose="02020603050405020304" charset="0"/>
                <a:ea typeface="华文中宋" panose="02010600040101010101" charset="-122"/>
              </a:rPr>
              <a:t>发酵乳》。</a:t>
            </a:r>
            <a:endParaRPr lang="zh-CN" altLang="en-US" sz="2200" b="1">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4483735"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2-2 </a:t>
            </a:r>
            <a:r>
              <a:rPr sz="3000" b="1">
                <a:solidFill>
                  <a:srgbClr val="043642"/>
                </a:solidFill>
                <a:latin typeface="微软雅黑" panose="020B0503020204020204" charset="-122"/>
                <a:ea typeface="微软雅黑" panose="020B0503020204020204" charset="-122"/>
              </a:rPr>
              <a:t>工艺流程与操作要点</a:t>
            </a:r>
            <a:endParaRPr sz="3000" b="1">
              <a:solidFill>
                <a:srgbClr val="043642"/>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 name="组合 1"/>
          <p:cNvGrpSpPr/>
          <p:nvPr/>
        </p:nvGrpSpPr>
        <p:grpSpPr>
          <a:xfrm>
            <a:off x="701040" y="1481672"/>
            <a:ext cx="10470330" cy="1418373"/>
            <a:chOff x="639" y="1093"/>
            <a:chExt cx="18295" cy="2186"/>
          </a:xfrm>
        </p:grpSpPr>
        <p:sp>
          <p:nvSpPr>
            <p:cNvPr id="82" name="文本框 81"/>
            <p:cNvSpPr txBox="1"/>
            <p:nvPr/>
          </p:nvSpPr>
          <p:spPr>
            <a:xfrm>
              <a:off x="639" y="1093"/>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鲜奶</a:t>
              </a:r>
              <a:endParaRPr lang="zh-CN" altLang="en-US">
                <a:ln>
                  <a:solidFill>
                    <a:schemeClr val="tx1"/>
                  </a:solidFill>
                </a:ln>
                <a:solidFill>
                  <a:schemeClr val="tx1"/>
                </a:solidFill>
                <a:effectLst/>
                <a:uFillTx/>
                <a:ea typeface="宋体" panose="02010600030101010101" pitchFamily="2" charset="-122"/>
              </a:endParaRPr>
            </a:p>
          </p:txBody>
        </p:sp>
        <p:cxnSp>
          <p:nvCxnSpPr>
            <p:cNvPr id="83" name="直接箭头连接符 82"/>
            <p:cNvCxnSpPr/>
            <p:nvPr/>
          </p:nvCxnSpPr>
          <p:spPr>
            <a:xfrm flipV="1">
              <a:off x="2158" y="1449"/>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84" name="文本框 83"/>
            <p:cNvSpPr txBox="1"/>
            <p:nvPr/>
          </p:nvSpPr>
          <p:spPr>
            <a:xfrm>
              <a:off x="2725" y="1093"/>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杀菌</a:t>
              </a:r>
              <a:endParaRPr lang="zh-CN" altLang="en-US">
                <a:ln>
                  <a:solidFill>
                    <a:schemeClr val="tx1"/>
                  </a:solidFill>
                </a:ln>
                <a:solidFill>
                  <a:schemeClr val="tx1"/>
                </a:solidFill>
                <a:effectLst/>
                <a:uFillTx/>
                <a:ea typeface="宋体" panose="02010600030101010101" pitchFamily="2" charset="-122"/>
              </a:endParaRPr>
            </a:p>
          </p:txBody>
        </p:sp>
        <p:cxnSp>
          <p:nvCxnSpPr>
            <p:cNvPr id="85" name="直接箭头连接符 84"/>
            <p:cNvCxnSpPr/>
            <p:nvPr/>
          </p:nvCxnSpPr>
          <p:spPr>
            <a:xfrm flipV="1">
              <a:off x="4244" y="1423"/>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86" name="文本框 85"/>
            <p:cNvSpPr txBox="1"/>
            <p:nvPr/>
          </p:nvSpPr>
          <p:spPr>
            <a:xfrm>
              <a:off x="4811" y="1093"/>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冷却</a:t>
              </a:r>
              <a:endParaRPr lang="zh-CN" altLang="en-US">
                <a:ln>
                  <a:solidFill>
                    <a:schemeClr val="tx1"/>
                  </a:solidFill>
                </a:ln>
                <a:solidFill>
                  <a:schemeClr val="tx1"/>
                </a:solidFill>
                <a:effectLst/>
                <a:uFillTx/>
                <a:ea typeface="宋体" panose="02010600030101010101" pitchFamily="2" charset="-122"/>
              </a:endParaRPr>
            </a:p>
          </p:txBody>
        </p:sp>
        <p:cxnSp>
          <p:nvCxnSpPr>
            <p:cNvPr id="87" name="直接箭头连接符 86"/>
            <p:cNvCxnSpPr/>
            <p:nvPr/>
          </p:nvCxnSpPr>
          <p:spPr>
            <a:xfrm flipV="1">
              <a:off x="6330" y="1462"/>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88" name="文本框 87"/>
            <p:cNvSpPr txBox="1"/>
            <p:nvPr/>
          </p:nvSpPr>
          <p:spPr>
            <a:xfrm>
              <a:off x="8984" y="1093"/>
              <a:ext cx="3141" cy="808"/>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latin typeface="Times New Roman" panose="02020603050405020304" charset="0"/>
                  <a:ea typeface="宋体" panose="02010600030101010101" pitchFamily="2" charset="-122"/>
                </a:rPr>
                <a:t>发酵</a:t>
              </a:r>
              <a:r>
                <a:rPr lang="en-US" altLang="zh-CN">
                  <a:ln>
                    <a:solidFill>
                      <a:schemeClr val="tx1"/>
                    </a:solidFill>
                  </a:ln>
                  <a:solidFill>
                    <a:schemeClr val="tx1"/>
                  </a:solidFill>
                  <a:effectLst/>
                  <a:uFillTx/>
                  <a:latin typeface="Times New Roman" panose="02020603050405020304" charset="0"/>
                  <a:ea typeface="宋体" panose="02010600030101010101" pitchFamily="2" charset="-122"/>
                </a:rPr>
                <a:t>(6h</a:t>
              </a:r>
              <a:r>
                <a:rPr lang="zh-CN" altLang="en-US">
                  <a:ln>
                    <a:solidFill>
                      <a:schemeClr val="tx1"/>
                    </a:solidFill>
                  </a:ln>
                  <a:solidFill>
                    <a:schemeClr val="tx1"/>
                  </a:solidFill>
                  <a:effectLst/>
                  <a:uFillTx/>
                  <a:latin typeface="Times New Roman" panose="02020603050405020304" charset="0"/>
                  <a:ea typeface="宋体" panose="02010600030101010101" pitchFamily="2" charset="-122"/>
                </a:rPr>
                <a:t>，</a:t>
              </a:r>
              <a:r>
                <a:rPr lang="en-US" altLang="zh-CN">
                  <a:ln>
                    <a:solidFill>
                      <a:schemeClr val="tx1"/>
                    </a:solidFill>
                  </a:ln>
                  <a:solidFill>
                    <a:schemeClr val="tx1"/>
                  </a:solidFill>
                  <a:effectLst/>
                  <a:uFillTx/>
                  <a:latin typeface="Times New Roman" panose="02020603050405020304" charset="0"/>
                  <a:ea typeface="宋体" panose="02010600030101010101" pitchFamily="2" charset="-122"/>
                </a:rPr>
                <a:t>43℃)</a:t>
              </a:r>
              <a:endParaRPr lang="en-US" altLang="zh-CN">
                <a:ln>
                  <a:solidFill>
                    <a:schemeClr val="tx1"/>
                  </a:solidFill>
                </a:ln>
                <a:solidFill>
                  <a:schemeClr val="tx1"/>
                </a:solidFill>
                <a:effectLst/>
                <a:uFillTx/>
                <a:latin typeface="Times New Roman" panose="02020603050405020304" charset="0"/>
                <a:ea typeface="宋体" panose="02010600030101010101" pitchFamily="2" charset="-122"/>
              </a:endParaRPr>
            </a:p>
          </p:txBody>
        </p:sp>
        <p:cxnSp>
          <p:nvCxnSpPr>
            <p:cNvPr id="89" name="直接箭头连接符 88"/>
            <p:cNvCxnSpPr/>
            <p:nvPr/>
          </p:nvCxnSpPr>
          <p:spPr>
            <a:xfrm flipV="1">
              <a:off x="8416" y="1501"/>
              <a:ext cx="567" cy="2"/>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0" name="文本框 89"/>
            <p:cNvSpPr txBox="1"/>
            <p:nvPr/>
          </p:nvSpPr>
          <p:spPr>
            <a:xfrm>
              <a:off x="6897" y="1093"/>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接种</a:t>
              </a:r>
              <a:endParaRPr lang="zh-CN" altLang="en-US">
                <a:ln>
                  <a:solidFill>
                    <a:schemeClr val="tx1"/>
                  </a:solidFill>
                </a:ln>
                <a:solidFill>
                  <a:schemeClr val="tx1"/>
                </a:solidFill>
                <a:effectLst/>
                <a:uFillTx/>
                <a:ea typeface="宋体" panose="02010600030101010101" pitchFamily="2" charset="-122"/>
              </a:endParaRPr>
            </a:p>
          </p:txBody>
        </p:sp>
        <p:cxnSp>
          <p:nvCxnSpPr>
            <p:cNvPr id="91" name="直接箭头连接符 90"/>
            <p:cNvCxnSpPr/>
            <p:nvPr/>
          </p:nvCxnSpPr>
          <p:spPr>
            <a:xfrm flipV="1">
              <a:off x="12127" y="1443"/>
              <a:ext cx="503" cy="7"/>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2" name="文本框 91"/>
            <p:cNvSpPr txBox="1"/>
            <p:nvPr/>
          </p:nvSpPr>
          <p:spPr>
            <a:xfrm>
              <a:off x="12588" y="1093"/>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冷却</a:t>
              </a:r>
              <a:endParaRPr lang="zh-CN" altLang="en-US">
                <a:ln>
                  <a:solidFill>
                    <a:schemeClr val="tx1"/>
                  </a:solidFill>
                </a:ln>
                <a:solidFill>
                  <a:schemeClr val="tx1"/>
                </a:solidFill>
                <a:effectLst/>
                <a:uFillTx/>
                <a:ea typeface="宋体" panose="02010600030101010101" pitchFamily="2" charset="-122"/>
              </a:endParaRPr>
            </a:p>
          </p:txBody>
        </p:sp>
        <p:cxnSp>
          <p:nvCxnSpPr>
            <p:cNvPr id="93" name="直接箭头连接符 92"/>
            <p:cNvCxnSpPr/>
            <p:nvPr/>
          </p:nvCxnSpPr>
          <p:spPr>
            <a:xfrm flipV="1">
              <a:off x="14108" y="1475"/>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4" name="文本框 93"/>
            <p:cNvSpPr txBox="1"/>
            <p:nvPr/>
          </p:nvSpPr>
          <p:spPr>
            <a:xfrm>
              <a:off x="14676" y="1093"/>
              <a:ext cx="199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搅拌</a:t>
              </a:r>
              <a:r>
                <a:rPr lang="zh-CN" altLang="en-US">
                  <a:ln>
                    <a:solidFill>
                      <a:schemeClr val="tx1"/>
                    </a:solidFill>
                  </a:ln>
                  <a:solidFill>
                    <a:schemeClr val="tx1"/>
                  </a:solidFill>
                  <a:effectLst/>
                  <a:uFillTx/>
                  <a:ea typeface="宋体" panose="02010600030101010101" pitchFamily="2" charset="-122"/>
                </a:rPr>
                <a:t>均匀</a:t>
              </a:r>
              <a:endParaRPr lang="zh-CN" altLang="en-US">
                <a:ln>
                  <a:solidFill>
                    <a:schemeClr val="tx1"/>
                  </a:solidFill>
                </a:ln>
                <a:solidFill>
                  <a:schemeClr val="tx1"/>
                </a:solidFill>
                <a:effectLst/>
                <a:uFillTx/>
                <a:ea typeface="宋体" panose="02010600030101010101" pitchFamily="2" charset="-122"/>
              </a:endParaRPr>
            </a:p>
          </p:txBody>
        </p:sp>
        <p:cxnSp>
          <p:nvCxnSpPr>
            <p:cNvPr id="95" name="直接箭头连接符 94"/>
            <p:cNvCxnSpPr/>
            <p:nvPr/>
          </p:nvCxnSpPr>
          <p:spPr>
            <a:xfrm flipV="1">
              <a:off x="16674" y="1462"/>
              <a:ext cx="331" cy="8"/>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6" name="文本框 95"/>
            <p:cNvSpPr txBox="1"/>
            <p:nvPr/>
          </p:nvSpPr>
          <p:spPr>
            <a:xfrm>
              <a:off x="17007" y="1093"/>
              <a:ext cx="1927"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灌装</a:t>
              </a:r>
              <a:r>
                <a:rPr lang="zh-CN" altLang="en-US">
                  <a:ln>
                    <a:solidFill>
                      <a:schemeClr val="tx1"/>
                    </a:solidFill>
                  </a:ln>
                  <a:solidFill>
                    <a:schemeClr val="tx1"/>
                  </a:solidFill>
                  <a:effectLst/>
                  <a:uFillTx/>
                  <a:ea typeface="宋体" panose="02010600030101010101" pitchFamily="2" charset="-122"/>
                </a:rPr>
                <a:t>封口</a:t>
              </a:r>
              <a:endParaRPr lang="zh-CN" altLang="en-US">
                <a:ln>
                  <a:solidFill>
                    <a:schemeClr val="tx1"/>
                  </a:solidFill>
                </a:ln>
                <a:solidFill>
                  <a:schemeClr val="tx1"/>
                </a:solidFill>
                <a:effectLst/>
                <a:uFillTx/>
                <a:ea typeface="宋体" panose="02010600030101010101" pitchFamily="2" charset="-122"/>
              </a:endParaRPr>
            </a:p>
          </p:txBody>
        </p:sp>
        <p:cxnSp>
          <p:nvCxnSpPr>
            <p:cNvPr id="97" name="直接箭头连接符 96"/>
            <p:cNvCxnSpPr/>
            <p:nvPr/>
          </p:nvCxnSpPr>
          <p:spPr>
            <a:xfrm rot="16200000" flipV="1">
              <a:off x="15401" y="2185"/>
              <a:ext cx="567" cy="2"/>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8" name="文本框 97"/>
            <p:cNvSpPr txBox="1"/>
            <p:nvPr/>
          </p:nvSpPr>
          <p:spPr>
            <a:xfrm>
              <a:off x="14694" y="2469"/>
              <a:ext cx="1981"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蓝莓果</a:t>
              </a:r>
              <a:r>
                <a:rPr lang="zh-CN" altLang="en-US">
                  <a:ln>
                    <a:solidFill>
                      <a:schemeClr val="tx1"/>
                    </a:solidFill>
                  </a:ln>
                  <a:solidFill>
                    <a:schemeClr val="tx1"/>
                  </a:solidFill>
                  <a:effectLst/>
                  <a:uFillTx/>
                  <a:ea typeface="宋体" panose="02010600030101010101" pitchFamily="2" charset="-122"/>
                </a:rPr>
                <a:t>浆</a:t>
              </a:r>
              <a:endParaRPr lang="zh-CN" altLang="en-US">
                <a:ln>
                  <a:solidFill>
                    <a:schemeClr val="tx1"/>
                  </a:solidFill>
                </a:ln>
                <a:solidFill>
                  <a:schemeClr val="tx1"/>
                </a:solidFill>
                <a:effectLst/>
                <a:uFillTx/>
                <a:ea typeface="宋体" panose="02010600030101010101" pitchFamily="2" charset="-122"/>
              </a:endParaRPr>
            </a:p>
          </p:txBody>
        </p:sp>
        <p:cxnSp>
          <p:nvCxnSpPr>
            <p:cNvPr id="99" name="直接箭头连接符 98"/>
            <p:cNvCxnSpPr/>
            <p:nvPr/>
          </p:nvCxnSpPr>
          <p:spPr>
            <a:xfrm rot="5400000" flipV="1">
              <a:off x="17605" y="2185"/>
              <a:ext cx="567" cy="2"/>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00" name="文本框 99"/>
            <p:cNvSpPr txBox="1"/>
            <p:nvPr/>
          </p:nvSpPr>
          <p:spPr>
            <a:xfrm>
              <a:off x="17129" y="2469"/>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成品</a:t>
              </a:r>
              <a:endParaRPr lang="zh-CN" altLang="en-US">
                <a:ln>
                  <a:solidFill>
                    <a:schemeClr val="tx1"/>
                  </a:solidFill>
                </a:ln>
                <a:solidFill>
                  <a:schemeClr val="tx1"/>
                </a:solidFill>
                <a:effectLst/>
                <a:uFillTx/>
                <a:ea typeface="宋体" panose="02010600030101010101" pitchFamily="2" charset="-122"/>
              </a:endParaRPr>
            </a:p>
          </p:txBody>
        </p:sp>
        <p:cxnSp>
          <p:nvCxnSpPr>
            <p:cNvPr id="101" name="直接箭头连接符 100"/>
            <p:cNvCxnSpPr/>
            <p:nvPr/>
          </p:nvCxnSpPr>
          <p:spPr>
            <a:xfrm flipV="1">
              <a:off x="12006" y="2812"/>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02" name="文本框 101"/>
            <p:cNvSpPr txBox="1"/>
            <p:nvPr/>
          </p:nvSpPr>
          <p:spPr>
            <a:xfrm>
              <a:off x="12574" y="2469"/>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杀菌</a:t>
              </a:r>
              <a:endParaRPr lang="zh-CN" altLang="en-US">
                <a:ln>
                  <a:solidFill>
                    <a:schemeClr val="tx1"/>
                  </a:solidFill>
                </a:ln>
                <a:solidFill>
                  <a:schemeClr val="tx1"/>
                </a:solidFill>
                <a:effectLst/>
                <a:uFillTx/>
                <a:ea typeface="宋体" panose="02010600030101010101" pitchFamily="2" charset="-122"/>
              </a:endParaRPr>
            </a:p>
          </p:txBody>
        </p:sp>
        <p:cxnSp>
          <p:nvCxnSpPr>
            <p:cNvPr id="103" name="直接箭头连接符 102"/>
            <p:cNvCxnSpPr/>
            <p:nvPr/>
          </p:nvCxnSpPr>
          <p:spPr>
            <a:xfrm flipV="1">
              <a:off x="14094" y="2851"/>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4" name="直接箭头连接符 103"/>
            <p:cNvCxnSpPr/>
            <p:nvPr/>
          </p:nvCxnSpPr>
          <p:spPr>
            <a:xfrm flipV="1">
              <a:off x="9919" y="2838"/>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05" name="文本框 104"/>
            <p:cNvSpPr txBox="1"/>
            <p:nvPr/>
          </p:nvSpPr>
          <p:spPr>
            <a:xfrm>
              <a:off x="10486" y="2469"/>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破碎</a:t>
              </a:r>
              <a:endParaRPr lang="zh-CN" altLang="en-US">
                <a:ln>
                  <a:solidFill>
                    <a:schemeClr val="tx1"/>
                  </a:solidFill>
                </a:ln>
                <a:solidFill>
                  <a:schemeClr val="tx1"/>
                </a:solidFill>
                <a:effectLst/>
                <a:uFillTx/>
                <a:ea typeface="宋体" panose="02010600030101010101" pitchFamily="2" charset="-122"/>
              </a:endParaRPr>
            </a:p>
          </p:txBody>
        </p:sp>
        <p:cxnSp>
          <p:nvCxnSpPr>
            <p:cNvPr id="106" name="直接箭头连接符 105"/>
            <p:cNvCxnSpPr/>
            <p:nvPr/>
          </p:nvCxnSpPr>
          <p:spPr>
            <a:xfrm flipV="1">
              <a:off x="7831" y="2838"/>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07" name="文本框 106"/>
            <p:cNvSpPr txBox="1"/>
            <p:nvPr/>
          </p:nvSpPr>
          <p:spPr>
            <a:xfrm>
              <a:off x="8398" y="2469"/>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清</a:t>
              </a:r>
              <a:r>
                <a:rPr lang="zh-CN" altLang="en-US">
                  <a:ln>
                    <a:solidFill>
                      <a:schemeClr val="tx1"/>
                    </a:solidFill>
                  </a:ln>
                  <a:solidFill>
                    <a:schemeClr val="tx1"/>
                  </a:solidFill>
                  <a:effectLst/>
                  <a:uFillTx/>
                  <a:ea typeface="宋体" panose="02010600030101010101" pitchFamily="2" charset="-122"/>
                </a:rPr>
                <a:t>洗</a:t>
              </a:r>
              <a:endParaRPr lang="zh-CN" altLang="en-US">
                <a:ln>
                  <a:solidFill>
                    <a:schemeClr val="tx1"/>
                  </a:solidFill>
                </a:ln>
                <a:solidFill>
                  <a:schemeClr val="tx1"/>
                </a:solidFill>
                <a:effectLst/>
                <a:uFillTx/>
                <a:ea typeface="宋体" panose="02010600030101010101" pitchFamily="2" charset="-122"/>
              </a:endParaRPr>
            </a:p>
          </p:txBody>
        </p:sp>
        <p:sp>
          <p:nvSpPr>
            <p:cNvPr id="108" name="文本框 107"/>
            <p:cNvSpPr txBox="1"/>
            <p:nvPr/>
          </p:nvSpPr>
          <p:spPr>
            <a:xfrm>
              <a:off x="6310" y="2469"/>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蓝莓</a:t>
              </a:r>
              <a:endParaRPr lang="zh-CN" altLang="en-US">
                <a:ln>
                  <a:solidFill>
                    <a:schemeClr val="tx1"/>
                  </a:solidFill>
                </a:ln>
                <a:solidFill>
                  <a:schemeClr val="tx1"/>
                </a:solidFill>
                <a:effectLst/>
                <a:uFillTx/>
                <a:ea typeface="宋体" panose="02010600030101010101" pitchFamily="2" charset="-122"/>
              </a:endParaRPr>
            </a:p>
          </p:txBody>
        </p:sp>
      </p:grpSp>
      <p:sp>
        <p:nvSpPr>
          <p:cNvPr id="109" name="文本框 108"/>
          <p:cNvSpPr txBox="1"/>
          <p:nvPr/>
        </p:nvSpPr>
        <p:spPr>
          <a:xfrm>
            <a:off x="701040" y="3069590"/>
            <a:ext cx="10470515" cy="3216275"/>
          </a:xfrm>
          <a:prstGeom prst="rect">
            <a:avLst/>
          </a:prstGeom>
          <a:noFill/>
        </p:spPr>
        <p:txBody>
          <a:bodyPr wrap="square" rtlCol="0">
            <a:noAutofit/>
          </a:bodyPr>
          <a:p>
            <a:pPr indent="558800" algn="just" fontAlgn="auto">
              <a:lnSpc>
                <a:spcPct val="150000"/>
              </a:lnSpc>
              <a:extLst>
                <a:ext uri="{35155182-B16C-46BC-9424-99874614C6A1}">
                  <wpsdc:indentchars xmlns:wpsdc="http://www.wps.cn/officeDocument/2017/drawingmlCustomData" val="200" checksum="1956455923"/>
                </a:ext>
              </a:extLst>
            </a:pPr>
            <a:r>
              <a:rPr lang="zh-CN" altLang="en-US" sz="2200" b="1">
                <a:solidFill>
                  <a:schemeClr val="tx1"/>
                </a:solidFill>
                <a:uFillTx/>
                <a:latin typeface="Times New Roman" panose="02020603050405020304" charset="0"/>
                <a:ea typeface="华文中宋" panose="02010600040101010101" charset="-122"/>
              </a:rPr>
              <a:t>原料乳查验：</a:t>
            </a:r>
            <a:r>
              <a:rPr lang="zh-CN" altLang="en-US" sz="2200">
                <a:uFillTx/>
                <a:latin typeface="Times New Roman" panose="02020603050405020304" charset="0"/>
                <a:ea typeface="华文中宋" panose="02010600040101010101" charset="-122"/>
              </a:rPr>
              <a:t>挑选符合GB 19302规定的生鲜牛乳，通过感官、理化以及微生物检测。在进行生产之前，把鲜乳的标准调整为脂肪含量≥2.5%、蛋白质含量≥2.3%；</a:t>
            </a:r>
            <a:endParaRPr lang="zh-CN" altLang="en-US" sz="2200">
              <a:uFillTx/>
              <a:latin typeface="Times New Roman" panose="02020603050405020304" charset="0"/>
              <a:ea typeface="华文中宋" panose="02010600040101010101" charset="-122"/>
            </a:endParaRPr>
          </a:p>
          <a:p>
            <a:pPr indent="558800" algn="just" fontAlgn="auto">
              <a:lnSpc>
                <a:spcPct val="150000"/>
              </a:lnSpc>
              <a:extLst>
                <a:ext uri="{35155182-B16C-46BC-9424-99874614C6A1}">
                  <wpsdc:indentchars xmlns:wpsdc="http://www.wps.cn/officeDocument/2017/drawingmlCustomData" val="200" checksum="1956455923"/>
                </a:ext>
              </a:extLst>
            </a:pPr>
            <a:r>
              <a:rPr lang="zh-CN" altLang="en-US" sz="2200" b="1">
                <a:uFillTx/>
                <a:latin typeface="Times New Roman" panose="02020603050405020304" charset="0"/>
                <a:ea typeface="华文中宋" panose="02010600040101010101" charset="-122"/>
              </a:rPr>
              <a:t>发酵处理：</a:t>
            </a:r>
            <a:r>
              <a:rPr lang="zh-CN" altLang="en-US" sz="2200">
                <a:uFillTx/>
                <a:latin typeface="Times New Roman" panose="02020603050405020304" charset="0"/>
                <a:ea typeface="华文中宋" panose="02010600040101010101" charset="-122"/>
              </a:rPr>
              <a:t>把接种完成后的料液放在42-43℃的恒温环境中发酵大概6小时，终点的酸度要控制在70-75</a:t>
            </a:r>
            <a:r>
              <a:rPr lang="zh-CN" altLang="en-US" sz="2200">
                <a:uFillTx/>
                <a:latin typeface="Times New Roman" panose="02020603050405020304" charset="0"/>
                <a:ea typeface="微软雅黑" panose="020B0503020204020204" charset="-122"/>
                <a:cs typeface="Times New Roman" panose="02020603050405020304" charset="0"/>
              </a:rPr>
              <a:t>°</a:t>
            </a:r>
            <a:r>
              <a:rPr lang="en-US" altLang="zh-CN" sz="2200">
                <a:uFillTx/>
                <a:latin typeface="Times New Roman" panose="02020603050405020304" charset="0"/>
                <a:ea typeface="微软雅黑" panose="020B0503020204020204" charset="-122"/>
                <a:cs typeface="Times New Roman" panose="02020603050405020304" charset="0"/>
              </a:rPr>
              <a:t>T</a:t>
            </a:r>
            <a:r>
              <a:rPr lang="zh-CN" altLang="en-US" sz="2200">
                <a:uFillTx/>
                <a:latin typeface="Times New Roman" panose="02020603050405020304" charset="0"/>
                <a:ea typeface="华文中宋" panose="02010600040101010101" charset="-122"/>
              </a:rPr>
              <a:t>或者</a:t>
            </a:r>
            <a:r>
              <a:rPr lang="en-US" altLang="zh-CN" sz="2200">
                <a:uFillTx/>
                <a:latin typeface="Times New Roman" panose="02020603050405020304" charset="0"/>
                <a:ea typeface="华文中宋" panose="02010600040101010101" charset="-122"/>
              </a:rPr>
              <a:t>pH</a:t>
            </a:r>
            <a:r>
              <a:rPr lang="zh-CN" altLang="en-US" sz="2200">
                <a:uFillTx/>
                <a:latin typeface="Times New Roman" panose="02020603050405020304" charset="0"/>
                <a:ea typeface="华文中宋" panose="02010600040101010101" charset="-122"/>
              </a:rPr>
              <a:t>值处于4.5-4.6，发酵到凝乳均匀且没有乳清析出时结束；</a:t>
            </a:r>
            <a:endParaRPr lang="zh-CN" altLang="en-US" sz="2200">
              <a:uFillTx/>
              <a:latin typeface="Times New Roman" panose="02020603050405020304" charset="0"/>
              <a:ea typeface="华文中宋" panose="02010600040101010101" charset="-122"/>
            </a:endParaRPr>
          </a:p>
          <a:p>
            <a:pPr indent="558800" algn="just" fontAlgn="auto">
              <a:lnSpc>
                <a:spcPct val="150000"/>
              </a:lnSpc>
              <a:extLst>
                <a:ext uri="{35155182-B16C-46BC-9424-99874614C6A1}">
                  <wpsdc:indentchars xmlns:wpsdc="http://www.wps.cn/officeDocument/2017/drawingmlCustomData" val="200" checksum="1956455923"/>
                </a:ext>
              </a:extLst>
            </a:pPr>
            <a:r>
              <a:rPr lang="zh-CN" altLang="en-US" sz="2200" b="1">
                <a:uFillTx/>
                <a:latin typeface="Times New Roman" panose="02020603050405020304" charset="0"/>
                <a:ea typeface="华文中宋" panose="02010600040101010101" charset="-122"/>
              </a:rPr>
              <a:t>冷藏后熟：</a:t>
            </a:r>
            <a:r>
              <a:rPr lang="zh-CN" altLang="en-US" sz="2200">
                <a:uFillTx/>
                <a:latin typeface="Times New Roman" panose="02020603050405020304" charset="0"/>
                <a:ea typeface="华文中宋" panose="02010600040101010101" charset="-122"/>
              </a:rPr>
              <a:t>灌装后将产品送入2~6℃冷库后熟12~24小时；</a:t>
            </a:r>
            <a:endParaRPr lang="zh-CN" altLang="en-US" sz="2200">
              <a:uFillTx/>
              <a:latin typeface="Times New Roman" panose="02020603050405020304" charset="0"/>
              <a:ea typeface="华文中宋" panose="0201060004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69443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2-3 </a:t>
            </a:r>
            <a:r>
              <a:rPr sz="3000" b="1">
                <a:solidFill>
                  <a:srgbClr val="043642"/>
                </a:solidFill>
                <a:latin typeface="微软雅黑" panose="020B0503020204020204" charset="-122"/>
                <a:ea typeface="微软雅黑" panose="020B0503020204020204" charset="-122"/>
              </a:rPr>
              <a:t>物料衡算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786765" y="1242060"/>
            <a:ext cx="10582275" cy="4993005"/>
          </a:xfrm>
          <a:prstGeom prst="rect">
            <a:avLst/>
          </a:prstGeom>
          <a:noFill/>
        </p:spPr>
        <p:txBody>
          <a:bodyPr wrap="square" rtlCol="0">
            <a:noAutofit/>
          </a:bodyPr>
          <a:p>
            <a:pPr>
              <a:lnSpc>
                <a:spcPct val="150000"/>
              </a:lnSpc>
            </a:pPr>
            <a:r>
              <a:rPr lang="zh-CN" altLang="en-US" b="1"/>
              <a:t>原辅料衡算</a:t>
            </a:r>
            <a:endParaRPr lang="zh-CN" altLang="en-US" b="1"/>
          </a:p>
          <a:p>
            <a:pPr indent="508000"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本车间全年计划生产300天，每日1班，每班8h，班产3.5t。</a:t>
            </a: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其中需求量=班产量/（1-损耗率），蓝莓添加量为20%，其工艺损耗率与班产量表如下表</a:t>
            </a:r>
            <a:r>
              <a:rPr lang="zh-CN" altLang="en-US" sz="2000">
                <a:uFillTx/>
                <a:latin typeface="Times New Roman" panose="02020603050405020304" charset="0"/>
                <a:ea typeface="华文中宋" panose="02010600040101010101" charset="-122"/>
              </a:rPr>
              <a:t>：</a:t>
            </a: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p:txBody>
      </p:sp>
      <p:graphicFrame>
        <p:nvGraphicFramePr>
          <p:cNvPr id="44" name="表格 43"/>
          <p:cNvGraphicFramePr/>
          <p:nvPr>
            <p:custDataLst>
              <p:tags r:id="rId3"/>
            </p:custDataLst>
          </p:nvPr>
        </p:nvGraphicFramePr>
        <p:xfrm>
          <a:off x="795020" y="2851785"/>
          <a:ext cx="10582275" cy="3209290"/>
        </p:xfrm>
        <a:graphic>
          <a:graphicData uri="http://schemas.openxmlformats.org/drawingml/2006/table">
            <a:tbl>
              <a:tblPr>
                <a:tableStyleId>{2D5ABB26-0587-4C30-8999-92F81FD0307C}</a:tableStyleId>
              </a:tblPr>
              <a:tblGrid>
                <a:gridCol w="3531870"/>
                <a:gridCol w="3526155"/>
                <a:gridCol w="3524250"/>
              </a:tblGrid>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工艺流程</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lnB w="19050">
                      <a:solidFill>
                        <a:schemeClr val="tx1"/>
                      </a:solidFill>
                      <a:prstDash val="solid"/>
                    </a:lnB>
                  </a:tcPr>
                </a:tc>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损耗率（</a:t>
                      </a:r>
                      <a:r>
                        <a:rPr lang="en-US" altLang="zh-CN" sz="2000">
                          <a:solidFill>
                            <a:schemeClr val="tx1"/>
                          </a:solidFill>
                          <a:uFillTx/>
                          <a:latin typeface="Times New Roman" panose="02020603050405020304" charset="0"/>
                          <a:ea typeface="华文中宋" panose="02010600040101010101" charset="-122"/>
                        </a:rPr>
                        <a:t>%</a:t>
                      </a:r>
                      <a:r>
                        <a:rPr lang="zh-CN" sz="2000">
                          <a:solidFill>
                            <a:schemeClr val="tx1"/>
                          </a:solidFill>
                          <a:uFillTx/>
                          <a:latin typeface="Times New Roman" panose="02020603050405020304" charset="0"/>
                          <a:ea typeface="华文中宋" panose="02010600040101010101" charset="-122"/>
                        </a:rPr>
                        <a:t>）</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lnB w="19050">
                      <a:solidFill>
                        <a:schemeClr val="tx1"/>
                      </a:solidFill>
                      <a:prstDash val="solid"/>
                    </a:lnB>
                  </a:tcPr>
                </a:tc>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班产量（</a:t>
                      </a:r>
                      <a:r>
                        <a:rPr lang="en-US" altLang="zh-CN" sz="2000">
                          <a:solidFill>
                            <a:schemeClr val="tx1"/>
                          </a:solidFill>
                          <a:uFillTx/>
                          <a:latin typeface="Times New Roman" panose="02020603050405020304" charset="0"/>
                          <a:ea typeface="华文中宋" panose="02010600040101010101" charset="-122"/>
                        </a:rPr>
                        <a:t>kg/</a:t>
                      </a:r>
                      <a:r>
                        <a:rPr lang="zh-CN" sz="2000">
                          <a:solidFill>
                            <a:schemeClr val="tx1"/>
                          </a:solidFill>
                          <a:uFillTx/>
                          <a:latin typeface="Times New Roman" panose="02020603050405020304" charset="0"/>
                          <a:ea typeface="华文中宋" panose="02010600040101010101" charset="-122"/>
                        </a:rPr>
                        <a:t>班）</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lnB w="19050">
                      <a:solidFill>
                        <a:schemeClr val="tx1"/>
                      </a:solidFill>
                      <a:prstDash val="solid"/>
                    </a:lnB>
                  </a:tcPr>
                </a:tc>
              </a:tr>
              <a:tr h="40894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原料乳验收</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tcPr>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0.5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tcPr>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2920</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tcPr>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过滤净乳</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0.5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2905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杀菌冷却</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0.5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2890</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接种发酵</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1.5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2844</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混合搅拌</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0.2</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3536</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灌装</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1.0</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3500</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蓝莓果浆制备</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B w="19050">
                      <a:solidFill>
                        <a:schemeClr val="tx1"/>
                      </a:solidFill>
                      <a:prstDash val="solid"/>
                    </a:lnB>
                  </a:tcPr>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2.5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B w="19050">
                      <a:solidFill>
                        <a:schemeClr val="tx1"/>
                      </a:solidFill>
                      <a:prstDash val="solid"/>
                    </a:lnB>
                  </a:tcPr>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700</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B w="19050">
                      <a:solidFill>
                        <a:schemeClr val="tx1"/>
                      </a:solidFill>
                      <a:prstDash val="soli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69443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2-3 </a:t>
            </a:r>
            <a:r>
              <a:rPr sz="3000" b="1">
                <a:solidFill>
                  <a:srgbClr val="043642"/>
                </a:solidFill>
                <a:latin typeface="微软雅黑" panose="020B0503020204020204" charset="-122"/>
                <a:ea typeface="微软雅黑" panose="020B0503020204020204" charset="-122"/>
              </a:rPr>
              <a:t>物料衡算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786765" y="1242060"/>
            <a:ext cx="10582275" cy="4993005"/>
          </a:xfrm>
          <a:prstGeom prst="rect">
            <a:avLst/>
          </a:prstGeom>
          <a:noFill/>
        </p:spPr>
        <p:txBody>
          <a:bodyPr wrap="square" rtlCol="0">
            <a:noAutofit/>
          </a:bodyPr>
          <a:p>
            <a:pPr>
              <a:lnSpc>
                <a:spcPct val="150000"/>
              </a:lnSpc>
            </a:pPr>
            <a:r>
              <a:rPr lang="zh-CN" altLang="en-US" b="1"/>
              <a:t>原辅料衡算</a:t>
            </a:r>
            <a:endParaRPr lang="zh-CN" altLang="en-US" b="1"/>
          </a:p>
          <a:p>
            <a:pPr indent="508000" algn="l" fontAlgn="auto">
              <a:lnSpc>
                <a:spcPct val="150000"/>
              </a:lnSpc>
              <a:buClrTx/>
              <a:buSzTx/>
              <a:buNone/>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由于辅料用量=班产量×辅料配比，则每班及全年原辅料需求量如下表所示：</a:t>
            </a:r>
            <a:endParaRPr lang="zh-CN" altLang="en-US" sz="2000">
              <a:uFillTx/>
              <a:latin typeface="Times New Roman" panose="02020603050405020304" charset="0"/>
              <a:ea typeface="华文中宋" panose="02010600040101010101" charset="-122"/>
            </a:endParaRPr>
          </a:p>
          <a:p>
            <a:pPr indent="508000" algn="l" fontAlgn="auto">
              <a:lnSpc>
                <a:spcPct val="150000"/>
              </a:lnSpc>
              <a:buClrTx/>
              <a:buSzTx/>
              <a:buNone/>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p:txBody>
      </p:sp>
      <p:graphicFrame>
        <p:nvGraphicFramePr>
          <p:cNvPr id="6" name="表格 5"/>
          <p:cNvGraphicFramePr/>
          <p:nvPr/>
        </p:nvGraphicFramePr>
        <p:xfrm>
          <a:off x="854710" y="2481580"/>
          <a:ext cx="10482580" cy="3341370"/>
        </p:xfrm>
        <a:graphic>
          <a:graphicData uri="http://schemas.openxmlformats.org/drawingml/2006/table">
            <a:tbl>
              <a:tblPr/>
              <a:tblGrid>
                <a:gridCol w="3592195"/>
                <a:gridCol w="3801745"/>
                <a:gridCol w="3088640"/>
              </a:tblGrid>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原辅料</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每班用量（kg）</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全年用量（t）</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r>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鲜乳</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2935</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880.5</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蓝莓鲜果</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720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216</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蔗糖（8%）</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280.0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84.0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发酵剂（3%）</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105.0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31.5</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稳定剂（0.2%）</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7.0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2.1</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69443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2-3 </a:t>
            </a:r>
            <a:r>
              <a:rPr sz="3000" b="1">
                <a:solidFill>
                  <a:srgbClr val="043642"/>
                </a:solidFill>
                <a:latin typeface="微软雅黑" panose="020B0503020204020204" charset="-122"/>
                <a:ea typeface="微软雅黑" panose="020B0503020204020204" charset="-122"/>
              </a:rPr>
              <a:t>物料衡算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786765" y="1242060"/>
            <a:ext cx="10582275" cy="4993005"/>
          </a:xfrm>
          <a:prstGeom prst="rect">
            <a:avLst/>
          </a:prstGeom>
          <a:noFill/>
        </p:spPr>
        <p:txBody>
          <a:bodyPr wrap="square" rtlCol="0">
            <a:noAutofit/>
          </a:bodyPr>
          <a:p>
            <a:pPr>
              <a:lnSpc>
                <a:spcPct val="150000"/>
              </a:lnSpc>
            </a:pPr>
            <a:r>
              <a:rPr lang="zh-CN" altLang="en-US" b="1"/>
              <a:t>包材衡算</a:t>
            </a:r>
            <a:endParaRPr lang="zh-CN" altLang="en-US" b="1"/>
          </a:p>
          <a:p>
            <a:pPr indent="508000"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根据车间班产3.5吨的生产需求，蓝莓酸奶的包装采用食品级塑料瓶，规格为250g/瓶，装箱规格为12瓶箱。生产过程中包装瓶和纸箱的损耗率均按0.5%计，全年工作300天，每天1班。</a:t>
            </a: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sym typeface="+mn-ea"/>
              </a:rPr>
              <a:t>则包装材料衡算如下：</a:t>
            </a:r>
            <a:endParaRPr lang="zh-CN" altLang="en-US" sz="2000">
              <a:uFillTx/>
              <a:latin typeface="Times New Roman" panose="02020603050405020304" charset="0"/>
              <a:ea typeface="华文中宋" panose="02010600040101010101" charset="-122"/>
            </a:endParaRPr>
          </a:p>
          <a:p>
            <a:pPr indent="508000" algn="ctr"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塑料瓶需求量=（班产量÷包装规格）×（1+损耗率）</a:t>
            </a:r>
            <a:endParaRPr lang="zh-CN" altLang="en-US" sz="2000">
              <a:uFillTx/>
              <a:latin typeface="Times New Roman" panose="02020603050405020304" charset="0"/>
              <a:ea typeface="华文中宋" panose="02010600040101010101" charset="-122"/>
            </a:endParaRPr>
          </a:p>
          <a:p>
            <a:pPr indent="508000" algn="ctr"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纸箱需求量=（班产量÷包装规格）÷装箱规格×（1+损耗率）</a:t>
            </a: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a:p>
            <a:pPr indent="508000" algn="l" fontAlgn="auto">
              <a:lnSpc>
                <a:spcPct val="150000"/>
              </a:lnSpc>
              <a:buClrTx/>
              <a:buSzTx/>
              <a:buNone/>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p:txBody>
      </p:sp>
      <p:graphicFrame>
        <p:nvGraphicFramePr>
          <p:cNvPr id="4" name="表格 3"/>
          <p:cNvGraphicFramePr/>
          <p:nvPr/>
        </p:nvGraphicFramePr>
        <p:xfrm>
          <a:off x="786765" y="4131945"/>
          <a:ext cx="10482580" cy="1744980"/>
        </p:xfrm>
        <a:graphic>
          <a:graphicData uri="http://schemas.openxmlformats.org/drawingml/2006/table">
            <a:tbl>
              <a:tblPr/>
              <a:tblGrid>
                <a:gridCol w="2283460"/>
                <a:gridCol w="4099560"/>
                <a:gridCol w="4099560"/>
              </a:tblGrid>
              <a:tr h="581660">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包材名称</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每班需要量（个）</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全年需要量（个）</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581660">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PET瓶</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14070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4221000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r>
              <a:tr h="581660">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纸箱</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1173</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351750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w="190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772535"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2-4 </a:t>
            </a:r>
            <a:r>
              <a:rPr sz="3000" b="1">
                <a:solidFill>
                  <a:srgbClr val="043642"/>
                </a:solidFill>
                <a:latin typeface="微软雅黑" panose="020B0503020204020204" charset="-122"/>
                <a:ea typeface="微软雅黑" panose="020B0503020204020204" charset="-122"/>
              </a:rPr>
              <a:t>设备计算与选型</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53" name="表格 52"/>
          <p:cNvGraphicFramePr/>
          <p:nvPr>
            <p:custDataLst>
              <p:tags r:id="rId3"/>
            </p:custDataLst>
          </p:nvPr>
        </p:nvGraphicFramePr>
        <p:xfrm>
          <a:off x="819150" y="1477645"/>
          <a:ext cx="10421620" cy="4749165"/>
        </p:xfrm>
        <a:graphic>
          <a:graphicData uri="http://schemas.openxmlformats.org/drawingml/2006/table">
            <a:tbl>
              <a:tblPr/>
              <a:tblGrid>
                <a:gridCol w="1918335"/>
                <a:gridCol w="1850390"/>
                <a:gridCol w="1322705"/>
                <a:gridCol w="1438910"/>
                <a:gridCol w="1243330"/>
                <a:gridCol w="1323340"/>
                <a:gridCol w="1324610"/>
              </a:tblGrid>
              <a:tr h="59372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设备名称</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仪器型号</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功率 (kW/h)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产量</a:t>
                      </a:r>
                      <a:endParaRPr lang="zh-CN" altLang="en-US" sz="1600">
                        <a:uFillTx/>
                        <a:latin typeface="Times New Roman" panose="02020603050405020304" charset="0"/>
                        <a:ea typeface="华文中宋" panose="02010600040101010101" charset="-122"/>
                      </a:endParaRPr>
                    </a:p>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（t/h）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数量(台)</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单价</a:t>
                      </a:r>
                      <a:endParaRPr lang="zh-CN" altLang="en-US" sz="1600">
                        <a:uFillTx/>
                        <a:latin typeface="Times New Roman" panose="02020603050405020304" charset="0"/>
                        <a:ea typeface="华文中宋" panose="02010600040101010101" charset="-122"/>
                      </a:endParaRPr>
                    </a:p>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(万)</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总价</a:t>
                      </a:r>
                      <a:endParaRPr lang="zh-CN" altLang="en-US" sz="1600">
                        <a:uFillTx/>
                        <a:latin typeface="Times New Roman" panose="02020603050405020304" charset="0"/>
                        <a:ea typeface="华文中宋" panose="02010600040101010101" charset="-122"/>
                      </a:endParaRPr>
                    </a:p>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(万)</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室外储奶罐</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WNG-30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30m</a:t>
                      </a:r>
                      <a:r>
                        <a:rPr lang="zh-CN" altLang="en-US" sz="1600" baseline="30000">
                          <a:uFillTx/>
                          <a:latin typeface="Times New Roman" panose="02020603050405020304" charset="0"/>
                          <a:ea typeface="华文中宋" panose="02010600040101010101" charset="-122"/>
                        </a:rPr>
                        <a:t>3</a:t>
                      </a:r>
                      <a:endParaRPr lang="zh-CN" altLang="en-US" sz="1600" baseline="30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12.0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24.0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高压均质机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GJJ-0.8/100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7.0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0.8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9.85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9.85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巴氏杀菌机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BR0.8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0.8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8.5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8.5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发酵罐</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FXG-3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4.0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3m</a:t>
                      </a:r>
                      <a:r>
                        <a:rPr lang="zh-CN" altLang="en-US" sz="1600" baseline="30000">
                          <a:uFillTx/>
                          <a:latin typeface="Times New Roman" panose="02020603050405020304" charset="0"/>
                          <a:ea typeface="华文中宋" panose="02010600040101010101" charset="-122"/>
                        </a:rPr>
                        <a:t>3</a:t>
                      </a:r>
                      <a:endParaRPr lang="zh-CN" altLang="en-US" sz="1600" baseline="30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6.0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18.0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蓝莓清洗机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QXG-1000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破碎机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ZZJ-500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0.5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杀菌锅</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SJG-500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0.5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混合搅拌罐</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THG-3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4.5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3m</a:t>
                      </a:r>
                      <a:r>
                        <a:rPr lang="zh-CN" altLang="en-US" sz="1600" baseline="30000">
                          <a:uFillTx/>
                          <a:latin typeface="Times New Roman" panose="02020603050405020304" charset="0"/>
                          <a:ea typeface="华文中宋" panose="02010600040101010101" charset="-122"/>
                        </a:rPr>
                        <a:t>3</a:t>
                      </a:r>
                      <a:endParaRPr lang="zh-CN" altLang="en-US" sz="1600" baseline="30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全自动捆箱机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KX-2000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1200箱/h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4.5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4.5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旋盖封盖机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XG-250A</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2500瓶/h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591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瓶装灌装机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GZ-P250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2500瓶/h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18.0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18.0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CIP清洗系统</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HJQ-3000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制冷机组</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ZLJ-50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合计</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16</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131.65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55" name="文本框 54"/>
          <p:cNvSpPr txBox="1"/>
          <p:nvPr/>
        </p:nvSpPr>
        <p:spPr>
          <a:xfrm>
            <a:off x="4719320" y="1109345"/>
            <a:ext cx="2621915"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主要设备选型一览表</a:t>
            </a:r>
            <a:endParaRPr lang="zh-CN" altLang="en-US">
              <a:latin typeface="华文中宋" panose="02010600040101010101" charset="-122"/>
              <a:ea typeface="华文中宋" panose="020106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45567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2-5 </a:t>
            </a:r>
            <a:r>
              <a:rPr sz="3000" b="1">
                <a:solidFill>
                  <a:srgbClr val="043642"/>
                </a:solidFill>
                <a:latin typeface="微软雅黑" panose="020B0503020204020204" charset="-122"/>
                <a:ea typeface="微软雅黑" panose="020B0503020204020204" charset="-122"/>
              </a:rPr>
              <a:t>水、电、汽计算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7" name="表格 6"/>
          <p:cNvGraphicFramePr/>
          <p:nvPr>
            <p:custDataLst>
              <p:tags r:id="rId3"/>
            </p:custDataLst>
          </p:nvPr>
        </p:nvGraphicFramePr>
        <p:xfrm>
          <a:off x="855345" y="1624330"/>
          <a:ext cx="10325100" cy="4148455"/>
        </p:xfrm>
        <a:graphic>
          <a:graphicData uri="http://schemas.openxmlformats.org/drawingml/2006/table">
            <a:tbl>
              <a:tblPr/>
              <a:tblGrid>
                <a:gridCol w="1717675"/>
                <a:gridCol w="3125470"/>
                <a:gridCol w="2948305"/>
                <a:gridCol w="2533650"/>
              </a:tblGrid>
              <a:tr h="754380">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用水</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设备/工序</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日用水量</a:t>
                      </a:r>
                      <a:r>
                        <a:rPr lang="en-US" altLang="zh-CN" sz="1800">
                          <a:uFillTx/>
                          <a:latin typeface="Times New Roman" panose="02020603050405020304" charset="0"/>
                          <a:ea typeface="华文中宋" panose="02010600040101010101" charset="-122"/>
                        </a:rPr>
                        <a:t>(</a:t>
                      </a:r>
                      <a:r>
                        <a:rPr lang="zh-CN" altLang="en-US" sz="1800">
                          <a:uFillTx/>
                          <a:latin typeface="Times New Roman" panose="02020603050405020304" charset="0"/>
                          <a:ea typeface="华文中宋" panose="02010600040101010101" charset="-122"/>
                        </a:rPr>
                        <a:t>t/天</a:t>
                      </a:r>
                      <a:r>
                        <a:rPr lang="en-US" altLang="zh-CN" sz="1800">
                          <a:uFillTx/>
                          <a:latin typeface="Times New Roman" panose="02020603050405020304" charset="0"/>
                          <a:ea typeface="华文中宋" panose="02010600040101010101" charset="-122"/>
                        </a:rPr>
                        <a:t>)</a:t>
                      </a:r>
                      <a:endParaRPr lang="en-US" altLang="zh-CN"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年用水量</a:t>
                      </a:r>
                      <a:r>
                        <a:rPr lang="en-US" altLang="zh-CN" sz="1800">
                          <a:uFillTx/>
                          <a:latin typeface="Times New Roman" panose="02020603050405020304" charset="0"/>
                          <a:ea typeface="华文中宋" panose="02010600040101010101" charset="-122"/>
                        </a:rPr>
                        <a:t>(</a:t>
                      </a:r>
                      <a:r>
                        <a:rPr lang="zh-CN" altLang="en-US" sz="1800">
                          <a:uFillTx/>
                          <a:latin typeface="Times New Roman" panose="02020603050405020304" charset="0"/>
                          <a:ea typeface="华文中宋" panose="02010600040101010101" charset="-122"/>
                        </a:rPr>
                        <a:t>t/年</a:t>
                      </a:r>
                      <a:r>
                        <a:rPr lang="en-US" altLang="zh-CN" sz="1800">
                          <a:uFillTx/>
                          <a:latin typeface="Times New Roman" panose="02020603050405020304" charset="0"/>
                          <a:ea typeface="华文中宋" panose="02010600040101010101" charset="-122"/>
                        </a:rPr>
                        <a:t>)</a:t>
                      </a:r>
                      <a:endParaRPr lang="en-US" altLang="zh-CN"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376555">
                <a:tc rowSpan="6">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生产用水</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鲜乳预冷</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450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r>
              <a:tr h="377825">
                <a:tc vMerge="1">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巴氏杀菌机</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3.0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900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a:noFill/>
                    </a:lnB>
                    <a:noFill/>
                  </a:tcPr>
                </a:tc>
              </a:tr>
              <a:tr h="376555">
                <a:tc vMerge="1">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发酵罐控温</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2.0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600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7825">
                <a:tc vMerge="1">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蓝莓清洗</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0.5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150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6555">
                <a:tc vMerge="1">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灌装机冲瓶</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2.1</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630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7825">
                <a:tc vMerge="1">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CIP清洗系统</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6.0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1800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6555">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清洁用水</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设备外部及地面</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3.7</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1110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7825">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生活用水</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员工生活</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0.45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135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6555">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总计</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 </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19.55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5865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71" name="文本框 70"/>
          <p:cNvSpPr txBox="1"/>
          <p:nvPr/>
        </p:nvSpPr>
        <p:spPr>
          <a:xfrm>
            <a:off x="4311650" y="1172210"/>
            <a:ext cx="3220085"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车间年用水量表</a:t>
            </a:r>
            <a:endParaRPr lang="zh-CN" altLang="en-US">
              <a:latin typeface="华文中宋" panose="02010600040101010101" charset="-122"/>
              <a:ea typeface="华文中宋" panose="020106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45567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2-5 </a:t>
            </a:r>
            <a:r>
              <a:rPr sz="3000" b="1">
                <a:solidFill>
                  <a:srgbClr val="043642"/>
                </a:solidFill>
                <a:latin typeface="微软雅黑" panose="020B0503020204020204" charset="-122"/>
                <a:ea typeface="微软雅黑" panose="020B0503020204020204" charset="-122"/>
              </a:rPr>
              <a:t>水、电、汽计算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4" name="表格 3"/>
          <p:cNvGraphicFramePr/>
          <p:nvPr/>
        </p:nvGraphicFramePr>
        <p:xfrm>
          <a:off x="860425" y="1524000"/>
          <a:ext cx="10470515" cy="4686300"/>
        </p:xfrm>
        <a:graphic>
          <a:graphicData uri="http://schemas.openxmlformats.org/drawingml/2006/table">
            <a:tbl>
              <a:tblPr/>
              <a:tblGrid>
                <a:gridCol w="1341120"/>
                <a:gridCol w="2581910"/>
                <a:gridCol w="1282065"/>
                <a:gridCol w="1112520"/>
                <a:gridCol w="2076450"/>
                <a:gridCol w="2076450"/>
              </a:tblGrid>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用电</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设备</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功率（kW/h）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数量（台）</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工作时间（h/日）</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年耗电量（kW‧h）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生产用电</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高压均质机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6.5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13650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巴氏杀菌机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6300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发酵罐</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4.0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28800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蓝莓清洗机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660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破碎机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900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杀菌锅</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900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混合搅拌罐</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4.5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4050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全自动捆箱机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5250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旋盖封盖机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3150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瓶装灌装机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10500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制冷机组</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8</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36000</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CIP清洗系统</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990</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生活用电</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照明</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0.1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8</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7200</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总计</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16</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118350</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5" name="文本框 4"/>
          <p:cNvSpPr txBox="1"/>
          <p:nvPr/>
        </p:nvSpPr>
        <p:spPr>
          <a:xfrm>
            <a:off x="4750435" y="1155700"/>
            <a:ext cx="2691130"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车间年用电量表</a:t>
            </a:r>
            <a:endParaRPr lang="zh-CN" altLang="en-US">
              <a:latin typeface="华文中宋" panose="02010600040101010101" charset="-122"/>
              <a:ea typeface="华文中宋" panose="0201060004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455670" cy="500380"/>
          </a:xfrm>
          <a:prstGeom prst="rect">
            <a:avLst/>
          </a:prstGeom>
          <a:noFill/>
        </p:spPr>
        <p:txBody>
          <a:bodyPr wrap="square" lIns="0" tIns="0" rIns="0" bIns="0" rtlCol="0" anchor="t">
            <a:noAutofit/>
          </a:bodyPr>
          <a:p>
            <a:pPr>
              <a:lnSpc>
                <a:spcPct val="100000"/>
              </a:lnSpc>
            </a:pPr>
            <a:r>
              <a:rPr lang="en-US" sz="3000" b="1">
                <a:solidFill>
                  <a:srgbClr val="043642"/>
                </a:solidFill>
                <a:latin typeface="微软雅黑" panose="020B0503020204020204" charset="-122"/>
                <a:ea typeface="微软雅黑" panose="020B0503020204020204" charset="-122"/>
              </a:rPr>
              <a:t>2-5 </a:t>
            </a:r>
            <a:r>
              <a:rPr sz="3000" b="1">
                <a:solidFill>
                  <a:srgbClr val="043642"/>
                </a:solidFill>
                <a:latin typeface="微软雅黑" panose="020B0503020204020204" charset="-122"/>
                <a:ea typeface="微软雅黑" panose="020B0503020204020204" charset="-122"/>
              </a:rPr>
              <a:t>水、电、汽计算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830580" y="1311910"/>
            <a:ext cx="10573385" cy="4951730"/>
          </a:xfrm>
          <a:prstGeom prst="rect">
            <a:avLst/>
          </a:prstGeom>
          <a:noFill/>
        </p:spPr>
        <p:txBody>
          <a:bodyPr wrap="square" rtlCol="0">
            <a:noAutofit/>
          </a:bodyPr>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根据蓝莓酸奶车间的生产工艺，需要消耗蒸汽的工序主要为巴氏杀菌及加热调配，则用汽量计算如下：</a:t>
            </a:r>
            <a:endParaRPr lang="zh-CN" altLang="en-US" sz="2000">
              <a:latin typeface="Times New Roman" panose="02020603050405020304" charset="0"/>
              <a:ea typeface="华文中宋" panose="02010600040101010101" charset="-122"/>
            </a:endParaRPr>
          </a:p>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（1）调配加热</a:t>
            </a:r>
            <a:endParaRPr lang="zh-CN" altLang="en-US" sz="2000">
              <a:latin typeface="Times New Roman" panose="02020603050405020304" charset="0"/>
              <a:ea typeface="华文中宋" panose="02010600040101010101" charset="-122"/>
            </a:endParaRPr>
          </a:p>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调配加热所需热量</a:t>
            </a:r>
            <a:r>
              <a:rPr lang="en-US" altLang="zh-CN" sz="2000">
                <a:latin typeface="Times New Roman" panose="02020603050405020304" charset="0"/>
                <a:ea typeface="华文中宋" panose="02010600040101010101" charset="-122"/>
              </a:rPr>
              <a:t>Q=</a:t>
            </a:r>
            <a:endParaRPr lang="en-US" altLang="zh-CN" sz="2000">
              <a:latin typeface="Times New Roman" panose="02020603050405020304" charset="0"/>
              <a:ea typeface="华文中宋" panose="02010600040101010101" charset="-122"/>
            </a:endParaRPr>
          </a:p>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其中，</a:t>
            </a:r>
            <a:r>
              <a:rPr lang="en-US" altLang="zh-CN" sz="2000">
                <a:latin typeface="Times New Roman" panose="02020603050405020304" charset="0"/>
                <a:ea typeface="华文中宋" panose="02010600040101010101" charset="-122"/>
              </a:rPr>
              <a:t>m</a:t>
            </a:r>
            <a:r>
              <a:rPr lang="zh-CN" altLang="en-US" sz="2000">
                <a:latin typeface="Times New Roman" panose="02020603050405020304" charset="0"/>
                <a:ea typeface="华文中宋" panose="02010600040101010101" charset="-122"/>
              </a:rPr>
              <a:t>代表每批处理量，</a:t>
            </a:r>
            <a:r>
              <a:rPr lang="en-US" altLang="zh-CN" sz="2000">
                <a:latin typeface="Times New Roman" panose="02020603050405020304" charset="0"/>
                <a:ea typeface="华文中宋" panose="02010600040101010101" charset="-122"/>
              </a:rPr>
              <a:t>c</a:t>
            </a:r>
            <a:r>
              <a:rPr lang="zh-CN" altLang="en-US" sz="2000">
                <a:latin typeface="Times New Roman" panose="02020603050405020304" charset="0"/>
                <a:ea typeface="华文中宋" panose="02010600040101010101" charset="-122"/>
              </a:rPr>
              <a:t>为酸奶比热容（近似水），</a:t>
            </a:r>
            <a:r>
              <a:rPr lang="en-US" altLang="zh-CN" sz="2000">
                <a:latin typeface="Times New Roman" panose="02020603050405020304" charset="0"/>
                <a:ea typeface="华文中宋" panose="02010600040101010101" charset="-122"/>
              </a:rPr>
              <a:t>ΔT</a:t>
            </a:r>
            <a:r>
              <a:rPr lang="zh-CN" altLang="en-US" sz="2000">
                <a:latin typeface="Times New Roman" panose="02020603050405020304" charset="0"/>
                <a:ea typeface="华文中宋" panose="02010600040101010101" charset="-122"/>
              </a:rPr>
              <a:t>为升温温差（起始温度为15℃，目标温度为60℃），</a:t>
            </a:r>
            <a:r>
              <a:rPr lang="en-US" altLang="zh-CN" sz="2000">
                <a:latin typeface="Times New Roman" panose="02020603050405020304" charset="0"/>
                <a:ea typeface="华文中宋" panose="02010600040101010101" charset="-122"/>
              </a:rPr>
              <a:t>η</a:t>
            </a:r>
            <a:r>
              <a:rPr lang="zh-CN" altLang="en-US" sz="2000">
                <a:latin typeface="Times New Roman" panose="02020603050405020304" charset="0"/>
                <a:ea typeface="华文中宋" panose="02010600040101010101" charset="-122"/>
              </a:rPr>
              <a:t>表示热效率；</a:t>
            </a:r>
            <a:endParaRPr lang="zh-CN" altLang="en-US" sz="2000">
              <a:latin typeface="Times New Roman" panose="02020603050405020304" charset="0"/>
              <a:ea typeface="华文中宋" panose="02010600040101010101" charset="-122"/>
            </a:endParaRPr>
          </a:p>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则调配加热蒸汽用量=</a:t>
            </a:r>
            <a:endParaRPr lang="zh-CN" altLang="en-US" sz="2000">
              <a:latin typeface="Times New Roman" panose="02020603050405020304" charset="0"/>
              <a:ea typeface="华文中宋" panose="02010600040101010101" charset="-122"/>
            </a:endParaRPr>
          </a:p>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其中</a:t>
            </a:r>
            <a:r>
              <a:rPr lang="en-US" altLang="zh-CN" sz="2000">
                <a:latin typeface="Times New Roman" panose="02020603050405020304" charset="0"/>
                <a:ea typeface="华文中宋" panose="02010600040101010101" charset="-122"/>
              </a:rPr>
              <a:t>r</a:t>
            </a:r>
            <a:r>
              <a:rPr lang="zh-CN" altLang="en-US" sz="2000">
                <a:latin typeface="Times New Roman" panose="02020603050405020304" charset="0"/>
                <a:ea typeface="华文中宋" panose="02010600040101010101" charset="-122"/>
              </a:rPr>
              <a:t>代表蒸汽汽化潜热，此处取值2113</a:t>
            </a:r>
            <a:r>
              <a:rPr lang="en-US" altLang="zh-CN" sz="2000">
                <a:latin typeface="Times New Roman" panose="02020603050405020304" charset="0"/>
                <a:ea typeface="华文中宋" panose="02010600040101010101" charset="-122"/>
              </a:rPr>
              <a:t>kJ/kg；</a:t>
            </a:r>
            <a:endParaRPr lang="en-US" altLang="zh-CN" sz="2000">
              <a:latin typeface="Times New Roman" panose="02020603050405020304" charset="0"/>
              <a:ea typeface="华文中宋" panose="02010600040101010101" charset="-122"/>
            </a:endParaRPr>
          </a:p>
        </p:txBody>
      </p:sp>
      <p:graphicFrame>
        <p:nvGraphicFramePr>
          <p:cNvPr id="4" name="对象 -2147482624"/>
          <p:cNvGraphicFramePr>
            <a:graphicFrameLocks noChangeAspect="1"/>
          </p:cNvGraphicFramePr>
          <p:nvPr/>
        </p:nvGraphicFramePr>
        <p:xfrm>
          <a:off x="3807778" y="3137535"/>
          <a:ext cx="5899785" cy="714375"/>
        </p:xfrm>
        <a:graphic>
          <a:graphicData uri="http://schemas.openxmlformats.org/presentationml/2006/ole">
            <mc:AlternateContent xmlns:mc="http://schemas.openxmlformats.org/markup-compatibility/2006">
              <mc:Choice xmlns:v="urn:schemas-microsoft-com:vml" Requires="v">
                <p:oleObj spid="_x0000_s3076" name="" r:id="rId3" imgW="3467100" imgH="431800" progId="Equation.KSEE3">
                  <p:embed/>
                </p:oleObj>
              </mc:Choice>
              <mc:Fallback>
                <p:oleObj name="" r:id="rId3" imgW="3467100" imgH="431800" progId="Equation.KSEE3">
                  <p:embed/>
                  <p:pic>
                    <p:nvPicPr>
                      <p:cNvPr id="0" name="图片 3075"/>
                      <p:cNvPicPr/>
                      <p:nvPr/>
                    </p:nvPicPr>
                    <p:blipFill>
                      <a:blip r:embed="rId4"/>
                      <a:stretch>
                        <a:fillRect/>
                      </a:stretch>
                    </p:blipFill>
                    <p:spPr>
                      <a:xfrm>
                        <a:off x="3807778" y="3137535"/>
                        <a:ext cx="5899785" cy="714375"/>
                      </a:xfrm>
                      <a:prstGeom prst="rect">
                        <a:avLst/>
                      </a:prstGeom>
                      <a:noFill/>
                      <a:ln w="38100">
                        <a:noFill/>
                        <a:miter/>
                      </a:ln>
                    </p:spPr>
                  </p:pic>
                </p:oleObj>
              </mc:Fallback>
            </mc:AlternateContent>
          </a:graphicData>
        </a:graphic>
      </p:graphicFrame>
      <p:graphicFrame>
        <p:nvGraphicFramePr>
          <p:cNvPr id="5" name="对象 -2147482623"/>
          <p:cNvGraphicFramePr>
            <a:graphicFrameLocks noChangeAspect="1"/>
          </p:cNvGraphicFramePr>
          <p:nvPr/>
        </p:nvGraphicFramePr>
        <p:xfrm>
          <a:off x="3919855" y="4855845"/>
          <a:ext cx="2499995" cy="649605"/>
        </p:xfrm>
        <a:graphic>
          <a:graphicData uri="http://schemas.openxmlformats.org/presentationml/2006/ole">
            <mc:AlternateContent xmlns:mc="http://schemas.openxmlformats.org/markup-compatibility/2006">
              <mc:Choice xmlns:v="urn:schemas-microsoft-com:vml" Requires="v">
                <p:oleObj spid="_x0000_s7" name="" r:id="rId5" imgW="1562100" imgH="405765" progId="Equation.KSEE3">
                  <p:embed/>
                </p:oleObj>
              </mc:Choice>
              <mc:Fallback>
                <p:oleObj name="" r:id="rId5" imgW="1562100" imgH="405765" progId="Equation.KSEE3">
                  <p:embed/>
                  <p:pic>
                    <p:nvPicPr>
                      <p:cNvPr id="0" name="图片 6"/>
                      <p:cNvPicPr/>
                      <p:nvPr/>
                    </p:nvPicPr>
                    <p:blipFill>
                      <a:blip r:embed="rId6"/>
                      <a:stretch>
                        <a:fillRect/>
                      </a:stretch>
                    </p:blipFill>
                    <p:spPr>
                      <a:xfrm>
                        <a:off x="3919855" y="4855845"/>
                        <a:ext cx="2499995" cy="649605"/>
                      </a:xfrm>
                      <a:prstGeom prst="rect">
                        <a:avLst/>
                      </a:prstGeom>
                      <a:noFill/>
                      <a:ln w="38100">
                        <a:noFill/>
                        <a:miter/>
                      </a:ln>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455670" cy="500380"/>
          </a:xfrm>
          <a:prstGeom prst="rect">
            <a:avLst/>
          </a:prstGeom>
          <a:noFill/>
        </p:spPr>
        <p:txBody>
          <a:bodyPr wrap="square" lIns="0" tIns="0" rIns="0" bIns="0" rtlCol="0" anchor="t">
            <a:noAutofit/>
          </a:bodyPr>
          <a:p>
            <a:pPr>
              <a:lnSpc>
                <a:spcPct val="100000"/>
              </a:lnSpc>
            </a:pPr>
            <a:r>
              <a:rPr lang="en-US" sz="3000" b="1">
                <a:solidFill>
                  <a:srgbClr val="043642"/>
                </a:solidFill>
                <a:latin typeface="微软雅黑" panose="020B0503020204020204" charset="-122"/>
                <a:ea typeface="微软雅黑" panose="020B0503020204020204" charset="-122"/>
              </a:rPr>
              <a:t>2-5 </a:t>
            </a:r>
            <a:r>
              <a:rPr sz="3000" b="1">
                <a:solidFill>
                  <a:srgbClr val="043642"/>
                </a:solidFill>
                <a:latin typeface="微软雅黑" panose="020B0503020204020204" charset="-122"/>
                <a:ea typeface="微软雅黑" panose="020B0503020204020204" charset="-122"/>
              </a:rPr>
              <a:t>水、电、汽计算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830580" y="1311910"/>
            <a:ext cx="10573385" cy="4951730"/>
          </a:xfrm>
          <a:prstGeom prst="rect">
            <a:avLst/>
          </a:prstGeom>
          <a:noFill/>
        </p:spPr>
        <p:txBody>
          <a:bodyPr wrap="square" rtlCol="0">
            <a:noAutofit/>
          </a:bodyPr>
          <a:p>
            <a:pPr indent="508000" fontAlgn="auto">
              <a:lnSpc>
                <a:spcPct val="16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（2）杀菌</a:t>
            </a:r>
            <a:endParaRPr lang="zh-CN" altLang="en-US" sz="2000">
              <a:latin typeface="Times New Roman" panose="02020603050405020304" charset="0"/>
              <a:ea typeface="华文中宋" panose="02010600040101010101" charset="-122"/>
            </a:endParaRPr>
          </a:p>
          <a:p>
            <a:pPr indent="508000" fontAlgn="auto">
              <a:lnSpc>
                <a:spcPct val="16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加热所需热量</a:t>
            </a:r>
            <a:r>
              <a:rPr lang="en-US" altLang="zh-CN" sz="2000">
                <a:latin typeface="Times New Roman" panose="02020603050405020304" charset="0"/>
                <a:ea typeface="华文中宋" panose="02010600040101010101" charset="-122"/>
              </a:rPr>
              <a:t>Q=</a:t>
            </a:r>
            <a:endParaRPr lang="en-US" altLang="zh-CN" sz="2000">
              <a:latin typeface="Times New Roman" panose="02020603050405020304" charset="0"/>
              <a:ea typeface="华文中宋" panose="02010600040101010101" charset="-122"/>
            </a:endParaRPr>
          </a:p>
          <a:p>
            <a:pPr indent="508000" fontAlgn="auto">
              <a:lnSpc>
                <a:spcPct val="16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其中，</a:t>
            </a:r>
            <a:r>
              <a:rPr lang="en-US" altLang="zh-CN" sz="2000">
                <a:latin typeface="Times New Roman" panose="02020603050405020304" charset="0"/>
                <a:ea typeface="华文中宋" panose="02010600040101010101" charset="-122"/>
              </a:rPr>
              <a:t>ΔT</a:t>
            </a:r>
            <a:r>
              <a:rPr lang="zh-CN" altLang="en-US" sz="2000">
                <a:latin typeface="Times New Roman" panose="02020603050405020304" charset="0"/>
                <a:ea typeface="华文中宋" panose="02010600040101010101" charset="-122"/>
              </a:rPr>
              <a:t>为升温温差（起始温度为60℃，目标温度为95℃），</a:t>
            </a:r>
            <a:r>
              <a:rPr lang="en-US" altLang="zh-CN" sz="2000">
                <a:latin typeface="Times New Roman" panose="02020603050405020304" charset="0"/>
                <a:ea typeface="华文中宋" panose="02010600040101010101" charset="-122"/>
              </a:rPr>
              <a:t>η</a:t>
            </a:r>
            <a:r>
              <a:rPr lang="zh-CN" altLang="en-US" sz="2000">
                <a:latin typeface="Times New Roman" panose="02020603050405020304" charset="0"/>
                <a:ea typeface="华文中宋" panose="02010600040101010101" charset="-122"/>
              </a:rPr>
              <a:t>表示热效率（板式换热器效率较高）；</a:t>
            </a:r>
            <a:endParaRPr lang="zh-CN" altLang="en-US" sz="2000">
              <a:latin typeface="Times New Roman" panose="02020603050405020304" charset="0"/>
              <a:ea typeface="华文中宋" panose="02010600040101010101" charset="-122"/>
            </a:endParaRPr>
          </a:p>
          <a:p>
            <a:pPr indent="508000" fontAlgn="auto">
              <a:lnSpc>
                <a:spcPct val="16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则杀菌蒸汽用量=</a:t>
            </a:r>
            <a:endParaRPr lang="zh-CN" altLang="en-US" sz="2000">
              <a:latin typeface="Times New Roman" panose="02020603050405020304" charset="0"/>
              <a:ea typeface="华文中宋" panose="02010600040101010101" charset="-122"/>
            </a:endParaRPr>
          </a:p>
        </p:txBody>
      </p:sp>
      <p:graphicFrame>
        <p:nvGraphicFramePr>
          <p:cNvPr id="4" name="对象 -2147482622"/>
          <p:cNvGraphicFramePr>
            <a:graphicFrameLocks noChangeAspect="1"/>
          </p:cNvGraphicFramePr>
          <p:nvPr/>
        </p:nvGraphicFramePr>
        <p:xfrm>
          <a:off x="3325495" y="1764030"/>
          <a:ext cx="5909310" cy="741045"/>
        </p:xfrm>
        <a:graphic>
          <a:graphicData uri="http://schemas.openxmlformats.org/presentationml/2006/ole">
            <mc:AlternateContent xmlns:mc="http://schemas.openxmlformats.org/markup-compatibility/2006">
              <mc:Choice xmlns:v="urn:schemas-microsoft-com:vml" Requires="v">
                <p:oleObj spid="_x0000_s8" name="" r:id="rId3" imgW="3467100" imgH="431800" progId="Equation.KSEE3">
                  <p:embed/>
                </p:oleObj>
              </mc:Choice>
              <mc:Fallback>
                <p:oleObj name="" r:id="rId3" imgW="3467100" imgH="431800" progId="Equation.KSEE3">
                  <p:embed/>
                  <p:pic>
                    <p:nvPicPr>
                      <p:cNvPr id="0" name="图片 7"/>
                      <p:cNvPicPr/>
                      <p:nvPr/>
                    </p:nvPicPr>
                    <p:blipFill>
                      <a:blip r:embed="rId4"/>
                      <a:stretch>
                        <a:fillRect/>
                      </a:stretch>
                    </p:blipFill>
                    <p:spPr>
                      <a:xfrm>
                        <a:off x="3325495" y="1764030"/>
                        <a:ext cx="5909310" cy="741045"/>
                      </a:xfrm>
                      <a:prstGeom prst="rect">
                        <a:avLst/>
                      </a:prstGeom>
                      <a:noFill/>
                      <a:ln w="38100">
                        <a:noFill/>
                        <a:miter/>
                      </a:ln>
                    </p:spPr>
                  </p:pic>
                </p:oleObj>
              </mc:Fallback>
            </mc:AlternateContent>
          </a:graphicData>
        </a:graphic>
      </p:graphicFrame>
      <p:graphicFrame>
        <p:nvGraphicFramePr>
          <p:cNvPr id="5" name="对象 -2147482621"/>
          <p:cNvGraphicFramePr>
            <a:graphicFrameLocks noChangeAspect="1"/>
          </p:cNvGraphicFramePr>
          <p:nvPr/>
        </p:nvGraphicFramePr>
        <p:xfrm>
          <a:off x="3387090" y="3289300"/>
          <a:ext cx="2312035" cy="584200"/>
        </p:xfrm>
        <a:graphic>
          <a:graphicData uri="http://schemas.openxmlformats.org/presentationml/2006/ole">
            <mc:AlternateContent xmlns:mc="http://schemas.openxmlformats.org/markup-compatibility/2006">
              <mc:Choice xmlns:v="urn:schemas-microsoft-com:vml" Requires="v">
                <p:oleObj spid="_x0000_s9" name="" r:id="rId5" imgW="1562100" imgH="405765" progId="Equation.KSEE3">
                  <p:embed/>
                </p:oleObj>
              </mc:Choice>
              <mc:Fallback>
                <p:oleObj name="" r:id="rId5" imgW="1562100" imgH="405765" progId="Equation.KSEE3">
                  <p:embed/>
                  <p:pic>
                    <p:nvPicPr>
                      <p:cNvPr id="0" name="图片 8"/>
                      <p:cNvPicPr/>
                      <p:nvPr/>
                    </p:nvPicPr>
                    <p:blipFill>
                      <a:blip r:embed="rId6"/>
                      <a:stretch>
                        <a:fillRect/>
                      </a:stretch>
                    </p:blipFill>
                    <p:spPr>
                      <a:xfrm>
                        <a:off x="3387090" y="3289300"/>
                        <a:ext cx="2312035" cy="584200"/>
                      </a:xfrm>
                      <a:prstGeom prst="rect">
                        <a:avLst/>
                      </a:prstGeom>
                      <a:noFill/>
                      <a:ln w="38100">
                        <a:noFill/>
                        <a:miter/>
                      </a:ln>
                    </p:spPr>
                  </p:pic>
                </p:oleObj>
              </mc:Fallback>
            </mc:AlternateContent>
          </a:graphicData>
        </a:graphic>
      </p:graphicFrame>
      <p:graphicFrame>
        <p:nvGraphicFramePr>
          <p:cNvPr id="10" name="表格 9"/>
          <p:cNvGraphicFramePr/>
          <p:nvPr>
            <p:custDataLst>
              <p:tags r:id="rId7"/>
            </p:custDataLst>
          </p:nvPr>
        </p:nvGraphicFramePr>
        <p:xfrm>
          <a:off x="857250" y="4261485"/>
          <a:ext cx="10477500" cy="1861820"/>
        </p:xfrm>
        <a:graphic>
          <a:graphicData uri="http://schemas.openxmlformats.org/drawingml/2006/table">
            <a:tbl>
              <a:tblPr/>
              <a:tblGrid>
                <a:gridCol w="1761490"/>
                <a:gridCol w="2792730"/>
                <a:gridCol w="1889125"/>
                <a:gridCol w="1692275"/>
                <a:gridCol w="2341880"/>
              </a:tblGrid>
              <a:tr h="659765">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生产用汽</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设备</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数量（台）</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日用汽量（kg）</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年用汽量（kg）</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400050">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调配加热</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调配罐</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2</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367</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110100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400685">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杀菌</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管式/板式杀菌机</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255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76500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401320">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总计</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 </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 </a:t>
                      </a:r>
                      <a:r>
                        <a:rPr lang="en-US" altLang="zh-CN" sz="1800">
                          <a:uFillTx/>
                          <a:latin typeface="Times New Roman" panose="02020603050405020304" charset="0"/>
                          <a:ea typeface="华文中宋" panose="02010600040101010101" charset="-122"/>
                        </a:rPr>
                        <a:t>3</a:t>
                      </a:r>
                      <a:endParaRPr lang="en-US" altLang="zh-CN"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186600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11" name="文本框 10"/>
          <p:cNvSpPr txBox="1"/>
          <p:nvPr/>
        </p:nvSpPr>
        <p:spPr>
          <a:xfrm>
            <a:off x="4372610" y="3893185"/>
            <a:ext cx="3446145"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车间年用汽量表</a:t>
            </a:r>
            <a:endParaRPr lang="zh-CN" altLang="en-US">
              <a:latin typeface="华文中宋" panose="02010600040101010101" charset="-122"/>
              <a:ea typeface="华文中宋" panose="0201060004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623062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2-6 </a:t>
            </a:r>
            <a:r>
              <a:rPr sz="3000" b="1">
                <a:solidFill>
                  <a:srgbClr val="043642"/>
                </a:solidFill>
                <a:latin typeface="微软雅黑" panose="020B0503020204020204" charset="-122"/>
                <a:ea typeface="微软雅黑" panose="020B0503020204020204" charset="-122"/>
              </a:rPr>
              <a:t>车间工艺布置与劳动定员</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文本框 43"/>
          <p:cNvSpPr txBox="1"/>
          <p:nvPr/>
        </p:nvSpPr>
        <p:spPr>
          <a:xfrm>
            <a:off x="630555" y="1276985"/>
            <a:ext cx="10790555" cy="5029200"/>
          </a:xfrm>
          <a:prstGeom prst="rect">
            <a:avLst/>
          </a:prstGeom>
          <a:noFill/>
        </p:spPr>
        <p:txBody>
          <a:bodyPr wrap="square" rtlCol="0">
            <a:noAutofit/>
          </a:bodyPr>
          <a:p>
            <a:pPr indent="508000" algn="l">
              <a:lnSpc>
                <a:spcPct val="150000"/>
              </a:lnSpc>
              <a:buClrTx/>
              <a:buSzTx/>
              <a:buFontTx/>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该车间建筑总面积为864m²。厂房布局把空间横向拆解，彼此独立且紧密相连，</a:t>
            </a:r>
            <a:r>
              <a:rPr lang="zh-CN" altLang="en-US" sz="2000">
                <a:latin typeface="Times New Roman" panose="02020603050405020304" charset="0"/>
                <a:ea typeface="华文中宋" panose="02010600040101010101" charset="-122"/>
                <a:sym typeface="+mn-ea"/>
              </a:rPr>
              <a:t>各区边界采用实体隔断实施物理分隔</a:t>
            </a:r>
            <a:r>
              <a:rPr lang="zh-CN" altLang="en-US" sz="2000">
                <a:latin typeface="Times New Roman" panose="02020603050405020304" charset="0"/>
                <a:ea typeface="华文中宋" panose="02010600040101010101" charset="-122"/>
              </a:rPr>
              <a:t>。</a:t>
            </a:r>
            <a:endParaRPr lang="zh-CN" altLang="en-US" sz="2000">
              <a:latin typeface="Times New Roman" panose="02020603050405020304" charset="0"/>
              <a:ea typeface="华文中宋" panose="02010600040101010101" charset="-122"/>
            </a:endParaRPr>
          </a:p>
        </p:txBody>
      </p:sp>
      <p:graphicFrame>
        <p:nvGraphicFramePr>
          <p:cNvPr id="62" name="表格 61"/>
          <p:cNvGraphicFramePr/>
          <p:nvPr/>
        </p:nvGraphicFramePr>
        <p:xfrm>
          <a:off x="941070" y="2691130"/>
          <a:ext cx="10480040" cy="3615690"/>
        </p:xfrm>
        <a:graphic>
          <a:graphicData uri="http://schemas.openxmlformats.org/drawingml/2006/table">
            <a:tbl>
              <a:tblPr/>
              <a:tblGrid>
                <a:gridCol w="2098675"/>
                <a:gridCol w="5861050"/>
                <a:gridCol w="2520315"/>
              </a:tblGrid>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岗位</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职责任务</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人数（位）</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原料接收</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原料乳验收、蓝莓验收、稳定剂等辅料接收</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蓝莓预处理</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蓝莓解冻（或鲜果分选）、清洗、破碎</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配料</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defTabSz="914400">
                        <a:lnSpc>
                          <a:spcPts val="2000"/>
                        </a:lnSpc>
                        <a:buClrTx/>
                        <a:buSzTx/>
                        <a:buFontTx/>
                      </a:pPr>
                      <a:r>
                        <a:rPr lang="zh-CN" altLang="en-US" sz="1600">
                          <a:uFillTx/>
                          <a:latin typeface="Times New Roman" panose="02020603050405020304" charset="0"/>
                          <a:ea typeface="华文中宋" panose="02010600040101010101" charset="-122"/>
                        </a:rPr>
                        <a:t>乳标准化、糖与稳定剂溶解、混合调配</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均值与杀菌</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操作高压均质机、板式杀菌机，监控温度压力</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发酵</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接种、发酵罐监控（温度、时间）、破乳冷却</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灌装</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操作全自动灌装机、巡检灌装区洁净度</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封口/套标</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操控封口机、套标机、热收缩包装机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包装码垛</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辅助装箱、码垛作业</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质检抽检</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半成品与成品抽样、检测酸度/活菌数/感官</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CIP清洗</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操作CIP系统，清洗管道及设备</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成品入库</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成品转运至冷库、记录温湿度</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合计</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64" name="文本框 63"/>
          <p:cNvSpPr txBox="1"/>
          <p:nvPr/>
        </p:nvSpPr>
        <p:spPr>
          <a:xfrm>
            <a:off x="4827905" y="2362200"/>
            <a:ext cx="2534920"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车间劳动定员配置表</a:t>
            </a:r>
            <a:endParaRPr lang="zh-CN" altLang="en-US">
              <a:latin typeface="华文中宋" panose="02010600040101010101" charset="-122"/>
              <a:ea typeface="华文中宋" panose="0201060004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idx="16388"/>
            <p:custDataLst>
              <p:tags r:id="rId1"/>
            </p:custDataLst>
          </p:nvPr>
        </p:nvSpPr>
        <p:spPr/>
        <p:txBody>
          <a:bodyPr>
            <a:normAutofit/>
          </a:bodyPr>
          <a:p>
            <a:r>
              <a:rPr lang="zh-CN" altLang="en-US"/>
              <a:t>非工艺设计</a:t>
            </a:r>
            <a:endParaRPr lang="zh-CN" altLang="en-US"/>
          </a:p>
        </p:txBody>
      </p:sp>
      <p:sp>
        <p:nvSpPr>
          <p:cNvPr id="3" name="文本占位符 15"/>
          <p:cNvSpPr>
            <a:spLocks noGrp="1"/>
          </p:cNvSpPr>
          <p:nvPr>
            <p:ph type="body" idx="16389"/>
            <p:custDataLst>
              <p:tags r:id="rId2"/>
            </p:custDataLst>
          </p:nvPr>
        </p:nvSpPr>
        <p:spPr/>
        <p:txBody>
          <a:bodyPr/>
          <a:p>
            <a:r>
              <a:rPr lang="en-US" altLang="en-US"/>
              <a:t>03</a:t>
            </a:r>
            <a:endParaRPr lang="en-US" altLang="en-US"/>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25145" y="357505"/>
            <a:ext cx="4017645"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3-1 </a:t>
            </a:r>
            <a:r>
              <a:rPr sz="3000" b="1">
                <a:solidFill>
                  <a:srgbClr val="043642"/>
                </a:solidFill>
                <a:latin typeface="微软雅黑" panose="020B0503020204020204" charset="-122"/>
                <a:ea typeface="微软雅黑" panose="020B0503020204020204" charset="-122"/>
              </a:rPr>
              <a:t>门窗、地面、墙面</a:t>
            </a:r>
            <a:endParaRPr sz="3000" b="1">
              <a:solidFill>
                <a:srgbClr val="043642"/>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1109345"/>
            <a:ext cx="3156585" cy="5362575"/>
          </a:xfrm>
          <a:custGeom>
            <a:avLst/>
            <a:gdLst>
              <a:gd name="sw" fmla="*/ 1 w 4970"/>
              <a:gd name="sh" fmla="*/ 1 h 8445"/>
              <a:gd name="mins" fmla="min sw sh"/>
              <a:gd name="dsw" fmla="+- 0 sw mins"/>
              <a:gd name="dsh" fmla="+- 0 sh mins"/>
              <a:gd name="p0x0" fmla="*/ 120 w 4970"/>
              <a:gd name="p0y0" fmla="*/ 0 h 8445"/>
              <a:gd name="p0x1" fmla="*/ 4850 w 4970"/>
              <a:gd name="p0y1" fmla="*/ 0 h 8445"/>
              <a:gd name="p0x2" fmla="*/ 4917 w 4970"/>
              <a:gd name="p0y2" fmla="*/ 0 h 8445"/>
              <a:gd name="p0x3" fmla="*/ 4970 w 4970"/>
              <a:gd name="p0y3" fmla="*/ 53 h 8445"/>
              <a:gd name="p0x4" fmla="*/ 4970 w 4970"/>
              <a:gd name="p0y4" fmla="*/ 120 h 8445"/>
              <a:gd name="p0x5" fmla="*/ 4970 w 4970"/>
              <a:gd name="p0y5" fmla="*/ 8325 h 8445"/>
              <a:gd name="p0x6" fmla="*/ 4970 w 4970"/>
              <a:gd name="p0y6" fmla="*/ 8391 h 8445"/>
              <a:gd name="p0x7" fmla="*/ 4917 w 4970"/>
              <a:gd name="p0y7" fmla="*/ 8445 h 8445"/>
              <a:gd name="p0x8" fmla="*/ 4850 w 4970"/>
              <a:gd name="p0y8" fmla="*/ 8445 h 8445"/>
              <a:gd name="p0x9" fmla="*/ 120 w 4970"/>
              <a:gd name="p0y9" fmla="*/ 8445 h 8445"/>
              <a:gd name="p0x10" fmla="*/ 53 w 4970"/>
              <a:gd name="p0y10" fmla="*/ 8445 h 8445"/>
              <a:gd name="p0x11" fmla="*/ 0 w 4970"/>
              <a:gd name="p0y11" fmla="*/ 8391 h 8445"/>
              <a:gd name="p0x12" fmla="*/ 0 w 4970"/>
              <a:gd name="p0y12" fmla="*/ 8325 h 8445"/>
              <a:gd name="p0x13" fmla="*/ 0 w 4970"/>
              <a:gd name="p0y13" fmla="*/ 120 h 8445"/>
              <a:gd name="p0x14" fmla="*/ 0 w 4970"/>
              <a:gd name="p0y14" fmla="*/ 53 h 8445"/>
              <a:gd name="p0x15" fmla="*/ 53 w 4970"/>
              <a:gd name="p0y15" fmla="*/ 0 h 8445"/>
              <a:gd name="p0x16" fmla="*/ 120 w 4970"/>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3"/>
            </p:custDataLst>
          </p:nvPr>
        </p:nvSpPr>
        <p:spPr>
          <a:xfrm>
            <a:off x="771525" y="1304925"/>
            <a:ext cx="495300" cy="495300"/>
          </a:xfrm>
          <a:custGeom>
            <a:avLst/>
            <a:gdLst>
              <a:gd name="sw" fmla="*/ 1 w 780"/>
              <a:gd name="sh" fmla="*/ 1 h 780"/>
              <a:gd name="mins" fmla="min sw sh"/>
              <a:gd name="dsw" fmla="+- 0 sw mins"/>
              <a:gd name="dsh" fmla="+- 0 sh mins"/>
              <a:gd name="p0x0" fmla="*/ 120 w 780"/>
              <a:gd name="p0y0" fmla="*/ 0 h 780"/>
              <a:gd name="p0x1" fmla="*/ 660 w 780"/>
              <a:gd name="p0y1" fmla="*/ 0 h 780"/>
              <a:gd name="p0x2" fmla="*/ 726 w 780"/>
              <a:gd name="p0y2" fmla="*/ 0 h 780"/>
              <a:gd name="p0x3" fmla="*/ 780 w 780"/>
              <a:gd name="p0y3" fmla="*/ 53 h 780"/>
              <a:gd name="p0x4" fmla="*/ 780 w 780"/>
              <a:gd name="p0y4" fmla="*/ 120 h 780"/>
              <a:gd name="p0x5" fmla="*/ 780 w 780"/>
              <a:gd name="p0y5" fmla="*/ 660 h 780"/>
              <a:gd name="p0x6" fmla="*/ 780 w 780"/>
              <a:gd name="p0y6" fmla="*/ 726 h 780"/>
              <a:gd name="p0x7" fmla="*/ 726 w 780"/>
              <a:gd name="p0y7" fmla="*/ 780 h 780"/>
              <a:gd name="p0x8" fmla="*/ 660 w 780"/>
              <a:gd name="p0y8" fmla="*/ 780 h 780"/>
              <a:gd name="p0x9" fmla="*/ 120 w 780"/>
              <a:gd name="p0y9" fmla="*/ 780 h 780"/>
              <a:gd name="p0x10" fmla="*/ 53 w 780"/>
              <a:gd name="p0y10" fmla="*/ 780 h 780"/>
              <a:gd name="p0x11" fmla="*/ 0 w 780"/>
              <a:gd name="p0y11" fmla="*/ 726 h 780"/>
              <a:gd name="p0x12" fmla="*/ 0 w 780"/>
              <a:gd name="p0y12" fmla="*/ 660 h 780"/>
              <a:gd name="p0x13" fmla="*/ 0 w 780"/>
              <a:gd name="p0y13" fmla="*/ 120 h 780"/>
              <a:gd name="p0x14" fmla="*/ 0 w 780"/>
              <a:gd name="p0y14" fmla="*/ 53 h 780"/>
              <a:gd name="p0x15" fmla="*/ 53 w 780"/>
              <a:gd name="p0y15" fmla="*/ 0 h 780"/>
              <a:gd name="p0x16" fmla="*/ 120 w 780"/>
              <a:gd name="p0y16" fmla="*/ 0 h 7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rcRect l="-2381" t="-2083" r="-2381" b="-2083"/>
          <a:stretch>
            <a:fillRect/>
          </a:stretch>
        </p:blipFill>
        <p:spPr>
          <a:xfrm>
            <a:off x="914400" y="1433195"/>
            <a:ext cx="209550" cy="238125"/>
          </a:xfrm>
          <a:prstGeom prst="rect">
            <a:avLst/>
          </a:prstGeom>
        </p:spPr>
      </p:pic>
      <p:sp>
        <p:nvSpPr>
          <p:cNvPr id="7" name="文本框 6"/>
          <p:cNvSpPr txBox="1"/>
          <p:nvPr>
            <p:custDataLst>
              <p:tags r:id="rId7"/>
            </p:custDataLst>
          </p:nvPr>
        </p:nvSpPr>
        <p:spPr>
          <a:xfrm>
            <a:off x="1381125" y="1376363"/>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门窗设计</a:t>
            </a:r>
            <a:endParaRPr sz="2100" b="1">
              <a:solidFill>
                <a:srgbClr val="043642"/>
              </a:solidFill>
              <a:latin typeface="微软雅黑" panose="020B0503020204020204" charset="-122"/>
              <a:ea typeface="微软雅黑" panose="020B0503020204020204" charset="-122"/>
            </a:endParaRPr>
          </a:p>
        </p:txBody>
      </p:sp>
      <p:sp>
        <p:nvSpPr>
          <p:cNvPr id="24" name="任意多边形 23"/>
          <p:cNvSpPr/>
          <p:nvPr>
            <p:custDataLst>
              <p:tags r:id="rId8"/>
            </p:custDataLst>
          </p:nvPr>
        </p:nvSpPr>
        <p:spPr>
          <a:xfrm>
            <a:off x="3989705" y="1109345"/>
            <a:ext cx="3684270" cy="5362575"/>
          </a:xfrm>
          <a:custGeom>
            <a:avLst/>
            <a:gdLst>
              <a:gd name="sw" fmla="*/ 1 w 5801"/>
              <a:gd name="sh" fmla="*/ 1 h 8445"/>
              <a:gd name="mins" fmla="min sw sh"/>
              <a:gd name="dsw" fmla="+- 0 sw mins"/>
              <a:gd name="dsh" fmla="+- 0 sh mins"/>
              <a:gd name="p0x0" fmla="*/ 120 w 5801"/>
              <a:gd name="p0y0" fmla="*/ 0 h 8445"/>
              <a:gd name="p0x1" fmla="*/ 5681 w 5801"/>
              <a:gd name="p0y1" fmla="*/ 0 h 8445"/>
              <a:gd name="p0x2" fmla="*/ 5748 w 5801"/>
              <a:gd name="p0y2" fmla="*/ 0 h 8445"/>
              <a:gd name="p0x3" fmla="*/ 5801 w 5801"/>
              <a:gd name="p0y3" fmla="*/ 53 h 8445"/>
              <a:gd name="p0x4" fmla="*/ 5801 w 5801"/>
              <a:gd name="p0y4" fmla="*/ 120 h 8445"/>
              <a:gd name="p0x5" fmla="*/ 5801 w 5801"/>
              <a:gd name="p0y5" fmla="*/ 8325 h 8445"/>
              <a:gd name="p0x6" fmla="*/ 5801 w 5801"/>
              <a:gd name="p0y6" fmla="*/ 8391 h 8445"/>
              <a:gd name="p0x7" fmla="*/ 5748 w 5801"/>
              <a:gd name="p0y7" fmla="*/ 8445 h 8445"/>
              <a:gd name="p0x8" fmla="*/ 5681 w 5801"/>
              <a:gd name="p0y8" fmla="*/ 8445 h 8445"/>
              <a:gd name="p0x9" fmla="*/ 120 w 5801"/>
              <a:gd name="p0y9" fmla="*/ 8445 h 8445"/>
              <a:gd name="p0x10" fmla="*/ 53 w 5801"/>
              <a:gd name="p0y10" fmla="*/ 8445 h 8445"/>
              <a:gd name="p0x11" fmla="*/ 0 w 5801"/>
              <a:gd name="p0y11" fmla="*/ 8391 h 8445"/>
              <a:gd name="p0x12" fmla="*/ 0 w 5801"/>
              <a:gd name="p0y12" fmla="*/ 8325 h 8445"/>
              <a:gd name="p0x13" fmla="*/ 0 w 5801"/>
              <a:gd name="p0y13" fmla="*/ 120 h 8445"/>
              <a:gd name="p0x14" fmla="*/ 0 w 5801"/>
              <a:gd name="p0y14" fmla="*/ 53 h 8445"/>
              <a:gd name="p0x15" fmla="*/ 53 w 5801"/>
              <a:gd name="p0y15" fmla="*/ 0 h 8445"/>
              <a:gd name="p0x16" fmla="*/ 120 w 5801"/>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任意多边形 24"/>
          <p:cNvSpPr/>
          <p:nvPr>
            <p:custDataLst>
              <p:tags r:id="rId9"/>
            </p:custDataLst>
          </p:nvPr>
        </p:nvSpPr>
        <p:spPr>
          <a:xfrm>
            <a:off x="4184650" y="1304925"/>
            <a:ext cx="495300" cy="495300"/>
          </a:xfrm>
          <a:custGeom>
            <a:avLst/>
            <a:gdLst>
              <a:gd name="sw" fmla="*/ 1 w 780"/>
              <a:gd name="sh" fmla="*/ 1 h 780"/>
              <a:gd name="mins" fmla="min sw sh"/>
              <a:gd name="dsw" fmla="+- 0 sw mins"/>
              <a:gd name="dsh" fmla="+- 0 sh mins"/>
              <a:gd name="p0x0" fmla="*/ 120 w 780"/>
              <a:gd name="p0y0" fmla="*/ 0 h 780"/>
              <a:gd name="p0x1" fmla="*/ 660 w 780"/>
              <a:gd name="p0y1" fmla="*/ 0 h 780"/>
              <a:gd name="p0x2" fmla="*/ 726 w 780"/>
              <a:gd name="p0y2" fmla="*/ 0 h 780"/>
              <a:gd name="p0x3" fmla="*/ 780 w 780"/>
              <a:gd name="p0y3" fmla="*/ 53 h 780"/>
              <a:gd name="p0x4" fmla="*/ 780 w 780"/>
              <a:gd name="p0y4" fmla="*/ 120 h 780"/>
              <a:gd name="p0x5" fmla="*/ 780 w 780"/>
              <a:gd name="p0y5" fmla="*/ 660 h 780"/>
              <a:gd name="p0x6" fmla="*/ 780 w 780"/>
              <a:gd name="p0y6" fmla="*/ 726 h 780"/>
              <a:gd name="p0x7" fmla="*/ 726 w 780"/>
              <a:gd name="p0y7" fmla="*/ 780 h 780"/>
              <a:gd name="p0x8" fmla="*/ 660 w 780"/>
              <a:gd name="p0y8" fmla="*/ 780 h 780"/>
              <a:gd name="p0x9" fmla="*/ 120 w 780"/>
              <a:gd name="p0y9" fmla="*/ 780 h 780"/>
              <a:gd name="p0x10" fmla="*/ 53 w 780"/>
              <a:gd name="p0y10" fmla="*/ 780 h 780"/>
              <a:gd name="p0x11" fmla="*/ 0 w 780"/>
              <a:gd name="p0y11" fmla="*/ 726 h 780"/>
              <a:gd name="p0x12" fmla="*/ 0 w 780"/>
              <a:gd name="p0y12" fmla="*/ 660 h 780"/>
              <a:gd name="p0x13" fmla="*/ 0 w 780"/>
              <a:gd name="p0y13" fmla="*/ 120 h 780"/>
              <a:gd name="p0x14" fmla="*/ 0 w 780"/>
              <a:gd name="p0y14" fmla="*/ 53 h 780"/>
              <a:gd name="p0x15" fmla="*/ 53 w 780"/>
              <a:gd name="p0y15" fmla="*/ 0 h 780"/>
              <a:gd name="p0x16" fmla="*/ 120 w 780"/>
              <a:gd name="p0y16" fmla="*/ 0 h 7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6" name="图片 25"/>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rcRect l="-2083" t="-2083" r="-2083" b="-2083"/>
          <a:stretch>
            <a:fillRect/>
          </a:stretch>
        </p:blipFill>
        <p:spPr>
          <a:xfrm>
            <a:off x="4313555" y="1433195"/>
            <a:ext cx="238125" cy="238125"/>
          </a:xfrm>
          <a:prstGeom prst="rect">
            <a:avLst/>
          </a:prstGeom>
        </p:spPr>
      </p:pic>
      <p:sp>
        <p:nvSpPr>
          <p:cNvPr id="27" name="文本框 26"/>
          <p:cNvSpPr txBox="1"/>
          <p:nvPr>
            <p:custDataLst>
              <p:tags r:id="rId13"/>
            </p:custDataLst>
          </p:nvPr>
        </p:nvSpPr>
        <p:spPr>
          <a:xfrm>
            <a:off x="4794866" y="1376363"/>
            <a:ext cx="1333500" cy="352425"/>
          </a:xfrm>
          <a:prstGeom prst="rect">
            <a:avLst/>
          </a:prstGeom>
          <a:noFill/>
        </p:spPr>
        <p:txBody>
          <a:bodyPr wrap="square" lIns="0" tIns="0" rIns="0" bIns="0" rtlCol="0" anchor="t">
            <a:noAutofit/>
          </a:bodyPr>
          <a:p>
            <a:pPr algn="l"/>
            <a:r>
              <a:rPr sz="2100" b="1">
                <a:solidFill>
                  <a:srgbClr val="064654"/>
                </a:solidFill>
                <a:latin typeface="微软雅黑" panose="020B0503020204020204" charset="-122"/>
                <a:ea typeface="微软雅黑" panose="020B0503020204020204" charset="-122"/>
              </a:rPr>
              <a:t>地面设计</a:t>
            </a:r>
            <a:endParaRPr sz="2100" b="1">
              <a:solidFill>
                <a:srgbClr val="064654"/>
              </a:solidFill>
              <a:latin typeface="微软雅黑" panose="020B0503020204020204" charset="-122"/>
              <a:ea typeface="微软雅黑" panose="020B0503020204020204" charset="-122"/>
            </a:endParaRPr>
          </a:p>
        </p:txBody>
      </p:sp>
      <p:sp>
        <p:nvSpPr>
          <p:cNvPr id="40" name="任意多边形 39"/>
          <p:cNvSpPr/>
          <p:nvPr>
            <p:custDataLst>
              <p:tags r:id="rId14"/>
            </p:custDataLst>
          </p:nvPr>
        </p:nvSpPr>
        <p:spPr>
          <a:xfrm>
            <a:off x="7931150" y="1109345"/>
            <a:ext cx="3684270" cy="5362575"/>
          </a:xfrm>
          <a:custGeom>
            <a:avLst/>
            <a:gdLst>
              <a:gd name="sw" fmla="*/ 1 w 5801"/>
              <a:gd name="sh" fmla="*/ 1 h 8445"/>
              <a:gd name="mins" fmla="min sw sh"/>
              <a:gd name="dsw" fmla="+- 0 sw mins"/>
              <a:gd name="dsh" fmla="+- 0 sh mins"/>
              <a:gd name="p0x0" fmla="*/ 120 w 5801"/>
              <a:gd name="p0y0" fmla="*/ 0 h 8445"/>
              <a:gd name="p0x1" fmla="*/ 5681 w 5801"/>
              <a:gd name="p0y1" fmla="*/ 0 h 8445"/>
              <a:gd name="p0x2" fmla="*/ 5748 w 5801"/>
              <a:gd name="p0y2" fmla="*/ 0 h 8445"/>
              <a:gd name="p0x3" fmla="*/ 5801 w 5801"/>
              <a:gd name="p0y3" fmla="*/ 53 h 8445"/>
              <a:gd name="p0x4" fmla="*/ 5801 w 5801"/>
              <a:gd name="p0y4" fmla="*/ 120 h 8445"/>
              <a:gd name="p0x5" fmla="*/ 5801 w 5801"/>
              <a:gd name="p0y5" fmla="*/ 8325 h 8445"/>
              <a:gd name="p0x6" fmla="*/ 5801 w 5801"/>
              <a:gd name="p0y6" fmla="*/ 8391 h 8445"/>
              <a:gd name="p0x7" fmla="*/ 5748 w 5801"/>
              <a:gd name="p0y7" fmla="*/ 8445 h 8445"/>
              <a:gd name="p0x8" fmla="*/ 5681 w 5801"/>
              <a:gd name="p0y8" fmla="*/ 8445 h 8445"/>
              <a:gd name="p0x9" fmla="*/ 120 w 5801"/>
              <a:gd name="p0y9" fmla="*/ 8445 h 8445"/>
              <a:gd name="p0x10" fmla="*/ 53 w 5801"/>
              <a:gd name="p0y10" fmla="*/ 8445 h 8445"/>
              <a:gd name="p0x11" fmla="*/ 0 w 5801"/>
              <a:gd name="p0y11" fmla="*/ 8391 h 8445"/>
              <a:gd name="p0x12" fmla="*/ 0 w 5801"/>
              <a:gd name="p0y12" fmla="*/ 8325 h 8445"/>
              <a:gd name="p0x13" fmla="*/ 0 w 5801"/>
              <a:gd name="p0y13" fmla="*/ 120 h 8445"/>
              <a:gd name="p0x14" fmla="*/ 0 w 5801"/>
              <a:gd name="p0y14" fmla="*/ 53 h 8445"/>
              <a:gd name="p0x15" fmla="*/ 53 w 5801"/>
              <a:gd name="p0y15" fmla="*/ 0 h 8445"/>
              <a:gd name="p0x16" fmla="*/ 120 w 5801"/>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任意多边形 40"/>
          <p:cNvSpPr/>
          <p:nvPr>
            <p:custDataLst>
              <p:tags r:id="rId15"/>
            </p:custDataLst>
          </p:nvPr>
        </p:nvSpPr>
        <p:spPr>
          <a:xfrm>
            <a:off x="8126095" y="1304925"/>
            <a:ext cx="495300" cy="495300"/>
          </a:xfrm>
          <a:custGeom>
            <a:avLst/>
            <a:gdLst>
              <a:gd name="sw" fmla="*/ 1 w 780"/>
              <a:gd name="sh" fmla="*/ 1 h 780"/>
              <a:gd name="mins" fmla="min sw sh"/>
              <a:gd name="dsw" fmla="+- 0 sw mins"/>
              <a:gd name="dsh" fmla="+- 0 sh mins"/>
              <a:gd name="p0x0" fmla="*/ 120 w 780"/>
              <a:gd name="p0y0" fmla="*/ 0 h 780"/>
              <a:gd name="p0x1" fmla="*/ 660 w 780"/>
              <a:gd name="p0y1" fmla="*/ 0 h 780"/>
              <a:gd name="p0x2" fmla="*/ 726 w 780"/>
              <a:gd name="p0y2" fmla="*/ 0 h 780"/>
              <a:gd name="p0x3" fmla="*/ 780 w 780"/>
              <a:gd name="p0y3" fmla="*/ 53 h 780"/>
              <a:gd name="p0x4" fmla="*/ 780 w 780"/>
              <a:gd name="p0y4" fmla="*/ 120 h 780"/>
              <a:gd name="p0x5" fmla="*/ 780 w 780"/>
              <a:gd name="p0y5" fmla="*/ 660 h 780"/>
              <a:gd name="p0x6" fmla="*/ 780 w 780"/>
              <a:gd name="p0y6" fmla="*/ 726 h 780"/>
              <a:gd name="p0x7" fmla="*/ 726 w 780"/>
              <a:gd name="p0y7" fmla="*/ 780 h 780"/>
              <a:gd name="p0x8" fmla="*/ 660 w 780"/>
              <a:gd name="p0y8" fmla="*/ 780 h 780"/>
              <a:gd name="p0x9" fmla="*/ 120 w 780"/>
              <a:gd name="p0y9" fmla="*/ 780 h 780"/>
              <a:gd name="p0x10" fmla="*/ 53 w 780"/>
              <a:gd name="p0y10" fmla="*/ 780 h 780"/>
              <a:gd name="p0x11" fmla="*/ 0 w 780"/>
              <a:gd name="p0y11" fmla="*/ 726 h 780"/>
              <a:gd name="p0x12" fmla="*/ 0 w 780"/>
              <a:gd name="p0y12" fmla="*/ 660 h 780"/>
              <a:gd name="p0x13" fmla="*/ 0 w 780"/>
              <a:gd name="p0y13" fmla="*/ 120 h 780"/>
              <a:gd name="p0x14" fmla="*/ 0 w 780"/>
              <a:gd name="p0y14" fmla="*/ 53 h 780"/>
              <a:gd name="p0x15" fmla="*/ 53 w 780"/>
              <a:gd name="p0y15" fmla="*/ 0 h 780"/>
              <a:gd name="p0x16" fmla="*/ 120 w 780"/>
              <a:gd name="p0y16" fmla="*/ 0 h 7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2" name="图片 41"/>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rcRect l="-2381" t="-9524" r="-2381" b="-9524"/>
          <a:stretch>
            <a:fillRect/>
          </a:stretch>
        </p:blipFill>
        <p:spPr>
          <a:xfrm>
            <a:off x="8268970" y="1433195"/>
            <a:ext cx="209550" cy="238125"/>
          </a:xfrm>
          <a:prstGeom prst="rect">
            <a:avLst/>
          </a:prstGeom>
        </p:spPr>
      </p:pic>
      <p:sp>
        <p:nvSpPr>
          <p:cNvPr id="43" name="文本框 42"/>
          <p:cNvSpPr txBox="1"/>
          <p:nvPr>
            <p:custDataLst>
              <p:tags r:id="rId19"/>
            </p:custDataLst>
          </p:nvPr>
        </p:nvSpPr>
        <p:spPr>
          <a:xfrm>
            <a:off x="8736282" y="1376363"/>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墙面设计</a:t>
            </a:r>
            <a:endParaRPr sz="2100" b="1">
              <a:solidFill>
                <a:srgbClr val="043642"/>
              </a:solidFill>
              <a:latin typeface="微软雅黑" panose="020B0503020204020204" charset="-122"/>
              <a:ea typeface="微软雅黑" panose="020B0503020204020204" charset="-122"/>
            </a:endParaRPr>
          </a:p>
        </p:txBody>
      </p:sp>
      <p:sp>
        <p:nvSpPr>
          <p:cNvPr id="2" name="文本框 1"/>
          <p:cNvSpPr txBox="1"/>
          <p:nvPr/>
        </p:nvSpPr>
        <p:spPr>
          <a:xfrm>
            <a:off x="699770" y="1953895"/>
            <a:ext cx="2891155" cy="4418330"/>
          </a:xfrm>
          <a:prstGeom prst="rect">
            <a:avLst/>
          </a:prstGeom>
          <a:noFill/>
        </p:spPr>
        <p:txBody>
          <a:bodyPr wrap="square" rtlCol="0">
            <a:noAutofit/>
          </a:bodyPr>
          <a:p>
            <a:pPr indent="457200" algn="just" fontAlgn="auto" hangingPunct="0">
              <a:lnSpc>
                <a:spcPct val="16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车间门体选择</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高气密性防护</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。通道统一</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双开门设计</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，其净宽和净高分别规定在1.5</a:t>
            </a:r>
            <a:r>
              <a:rPr lang="en-US" altLang="zh-CN">
                <a:solidFill>
                  <a:schemeClr val="tx1"/>
                </a:solidFill>
                <a:uFillTx/>
                <a:latin typeface="Times New Roman" panose="02020603050405020304" charset="0"/>
                <a:ea typeface="华文中宋" panose="02010600040101010101" charset="-122"/>
                <a:cs typeface="华文中宋" panose="02010600040101010101" charset="-122"/>
              </a:rPr>
              <a:t>m</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和2.2</a:t>
            </a:r>
            <a:r>
              <a:rPr lang="en-US" altLang="zh-CN">
                <a:solidFill>
                  <a:schemeClr val="tx1"/>
                </a:solidFill>
                <a:uFillTx/>
                <a:latin typeface="Times New Roman" panose="02020603050405020304" charset="0"/>
                <a:ea typeface="华文中宋" panose="02010600040101010101" charset="-122"/>
                <a:cs typeface="华文中宋" panose="02010600040101010101" charset="-122"/>
              </a:rPr>
              <a:t>m</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以上。</a:t>
            </a:r>
            <a:endParaRPr lang="zh-CN" altLang="en-US">
              <a:solidFill>
                <a:schemeClr val="tx1"/>
              </a:solidFill>
              <a:uFillTx/>
              <a:latin typeface="Times New Roman" panose="02020603050405020304" charset="0"/>
              <a:ea typeface="华文中宋" panose="02010600040101010101" charset="-122"/>
              <a:cs typeface="华文中宋" panose="02010600040101010101" charset="-122"/>
            </a:endParaRPr>
          </a:p>
          <a:p>
            <a:pPr indent="457200" algn="just" fontAlgn="auto" hangingPunct="0">
              <a:lnSpc>
                <a:spcPct val="16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选用</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双层固定密闭窗</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，对于有避光需求的发酵区域以及低温冷库，外窗部分选用</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磨砂工艺玻璃</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a:t>
            </a:r>
            <a:endParaRPr lang="zh-CN" altLang="en-US">
              <a:solidFill>
                <a:schemeClr val="tx1"/>
              </a:solidFill>
              <a:uFillTx/>
              <a:latin typeface="Times New Roman" panose="02020603050405020304" charset="0"/>
              <a:ea typeface="华文中宋" panose="02010600040101010101" charset="-122"/>
              <a:cs typeface="华文中宋" panose="02010600040101010101" charset="-122"/>
            </a:endParaRPr>
          </a:p>
        </p:txBody>
      </p:sp>
      <p:sp>
        <p:nvSpPr>
          <p:cNvPr id="52" name="文本框 51"/>
          <p:cNvSpPr txBox="1"/>
          <p:nvPr/>
        </p:nvSpPr>
        <p:spPr>
          <a:xfrm>
            <a:off x="4237990" y="1866900"/>
            <a:ext cx="2891155" cy="4418330"/>
          </a:xfrm>
          <a:prstGeom prst="rect">
            <a:avLst/>
          </a:prstGeom>
          <a:noFill/>
        </p:spPr>
        <p:txBody>
          <a:bodyPr wrap="square" rtlCol="0">
            <a:noAutofit/>
          </a:bodyPr>
          <a:p>
            <a:pPr indent="457200" algn="just" fontAlgn="auto" hangingPunct="0">
              <a:lnSpc>
                <a:spcPct val="18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调配和发酵工段在生产过程中频繁遭遇乳酸溢流以及化学侵蚀，此方案</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于发酵与无菌灌装区域，规定铺设无缝地面。对于原料和成品仓储区域，采用具有高膜厚和抗冲击韧性的地坪。</a:t>
            </a:r>
            <a:endParaRPr lang="zh-CN" altLang="en-US" b="1">
              <a:solidFill>
                <a:schemeClr val="tx1"/>
              </a:solidFill>
              <a:uFillTx/>
              <a:latin typeface="Times New Roman" panose="02020603050405020304" charset="0"/>
              <a:ea typeface="华文中宋" panose="02010600040101010101" charset="-122"/>
              <a:cs typeface="华文中宋" panose="02010600040101010101" charset="-122"/>
            </a:endParaRPr>
          </a:p>
        </p:txBody>
      </p:sp>
      <p:sp>
        <p:nvSpPr>
          <p:cNvPr id="53" name="文本框 52"/>
          <p:cNvSpPr txBox="1"/>
          <p:nvPr/>
        </p:nvSpPr>
        <p:spPr>
          <a:xfrm>
            <a:off x="8328025" y="1866900"/>
            <a:ext cx="2891155" cy="4418330"/>
          </a:xfrm>
          <a:prstGeom prst="rect">
            <a:avLst/>
          </a:prstGeom>
          <a:noFill/>
        </p:spPr>
        <p:txBody>
          <a:bodyPr wrap="square" rtlCol="0">
            <a:noAutofit/>
          </a:bodyPr>
          <a:p>
            <a:pPr indent="457200" algn="just" fontAlgn="auto" hangingPunct="0">
              <a:lnSpc>
                <a:spcPct val="18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车间统一规划</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高度不低于2.0</a:t>
            </a:r>
            <a:r>
              <a:rPr lang="en-US" altLang="zh-CN" b="1">
                <a:solidFill>
                  <a:schemeClr val="tx1"/>
                </a:solidFill>
                <a:uFillTx/>
                <a:latin typeface="Times New Roman" panose="02020603050405020304" charset="0"/>
                <a:ea typeface="华文中宋" panose="02010600040101010101" charset="-122"/>
                <a:cs typeface="华文中宋" panose="02010600040101010101" charset="-122"/>
              </a:rPr>
              <a:t>m</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的瓷砖墙裙</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。考虑到车间内部同时存在高温发酵区域和低温熟化冷库，</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在墙体内部增设夹层</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，以此</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消除冷桥现象并抑制表面冷凝水产生结露。</a:t>
            </a:r>
            <a:endParaRPr lang="zh-CN" altLang="en-US" b="1">
              <a:solidFill>
                <a:schemeClr val="tx1"/>
              </a:solidFill>
              <a:uFillTx/>
              <a:latin typeface="Times New Roman" panose="02020603050405020304" charset="0"/>
              <a:ea typeface="华文中宋" panose="02010600040101010101" charset="-122"/>
              <a:cs typeface="华文中宋" panose="0201060004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5229225"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3-2 </a:t>
            </a:r>
            <a:r>
              <a:rPr sz="3000" b="1">
                <a:solidFill>
                  <a:srgbClr val="043642"/>
                </a:solidFill>
                <a:latin typeface="微软雅黑" panose="020B0503020204020204" charset="-122"/>
                <a:ea typeface="微软雅黑" panose="020B0503020204020204" charset="-122"/>
              </a:rPr>
              <a:t>车间卫生及安全设计</a:t>
            </a:r>
            <a:endParaRPr sz="3000" b="1">
              <a:solidFill>
                <a:srgbClr val="043642"/>
              </a:solidFill>
              <a:latin typeface="微软雅黑" panose="020B0503020204020204" charset="-122"/>
              <a:ea typeface="微软雅黑" panose="020B0503020204020204" charset="-122"/>
            </a:endParaRPr>
          </a:p>
        </p:txBody>
      </p:sp>
      <p:grpSp>
        <p:nvGrpSpPr>
          <p:cNvPr id="54" name="组合 53"/>
          <p:cNvGrpSpPr/>
          <p:nvPr/>
        </p:nvGrpSpPr>
        <p:grpSpPr>
          <a:xfrm>
            <a:off x="571500" y="1104900"/>
            <a:ext cx="5391150" cy="618490"/>
            <a:chOff x="900" y="1740"/>
            <a:chExt cx="8490" cy="974"/>
          </a:xfrm>
        </p:grpSpPr>
        <p:sp>
          <p:nvSpPr>
            <p:cNvPr id="4" name="任意多边形 3"/>
            <p:cNvSpPr/>
            <p:nvPr>
              <p:custDataLst>
                <p:tags r:id="rId2"/>
              </p:custDataLst>
            </p:nvPr>
          </p:nvSpPr>
          <p:spPr>
            <a:xfrm>
              <a:off x="900" y="1740"/>
              <a:ext cx="8490" cy="975"/>
            </a:xfrm>
            <a:custGeom>
              <a:avLst/>
              <a:gdLst>
                <a:gd name="sw" fmla="*/ 1 w 8490"/>
                <a:gd name="sh" fmla="*/ 1 h 975"/>
                <a:gd name="mins" fmla="min sw sh"/>
                <a:gd name="dsw" fmla="+- 0 sw mins"/>
                <a:gd name="dsh" fmla="+- 0 sh mins"/>
                <a:gd name="p0x0" fmla="*/ 0 w 8490"/>
                <a:gd name="p0y0" fmla="*/ 0 h 975"/>
                <a:gd name="p0x1" fmla="*/ 8490 w 8490"/>
                <a:gd name="p0y1" fmla="*/ 0 h 975"/>
                <a:gd name="p0x2" fmla="*/ 8490 w 8490"/>
                <a:gd name="p0y2" fmla="*/ 975 h 975"/>
                <a:gd name="p0x3" fmla="*/ 0 w 8490"/>
                <a:gd name="p0y3" fmla="*/ 975 h 975"/>
                <a:gd name="p0x4" fmla="*/ 0 w 8490"/>
                <a:gd name="p0y4" fmla="*/ 0 h 975"/>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3"/>
              </p:custDataLst>
            </p:nvPr>
          </p:nvSpPr>
          <p:spPr>
            <a:xfrm>
              <a:off x="900" y="2700"/>
              <a:ext cx="8490" cy="15"/>
            </a:xfrm>
            <a:custGeom>
              <a:avLst/>
              <a:gdLst>
                <a:gd name="sw" fmla="*/ 1 w 8490"/>
                <a:gd name="sh" fmla="*/ 1 h 15"/>
                <a:gd name="mins" fmla="min sw sh"/>
                <a:gd name="dsw" fmla="+- 0 sw mins"/>
                <a:gd name="dsh" fmla="+- 0 sh mins"/>
                <a:gd name="p0x0" fmla="*/ 8490 w 8490"/>
                <a:gd name="p0y0" fmla="*/ 15 h 15"/>
                <a:gd name="p0x1" fmla="*/ 0 w 8490"/>
                <a:gd name="p0y1" fmla="*/ 15 h 15"/>
                <a:gd name="p0x2" fmla="*/ 0 w 8490"/>
                <a:gd name="p0y2" fmla="*/ 0 h 15"/>
                <a:gd name="p0x3" fmla="*/ 8490 w 8490"/>
                <a:gd name="p0y3" fmla="*/ 0 h 15"/>
                <a:gd name="p0x4" fmla="*/ 8490 w 8490"/>
                <a:gd name="p0y4" fmla="*/ 15 h 15"/>
              </a:gdLst>
              <a:ahLst/>
              <a:cxnLst/>
              <a:pathLst>
                <a:path>
                  <a:moveTo>
                    <a:pt x="p0x0" y="p0y0"/>
                  </a:moveTo>
                  <a:lnTo>
                    <a:pt x="p0x1" y="p0y1"/>
                  </a:lnTo>
                  <a:lnTo>
                    <a:pt x="p0x2" y="p0y2"/>
                  </a:lnTo>
                  <a:lnTo>
                    <a:pt x="p0x3" y="p0y3"/>
                  </a:lnTo>
                  <a:lnTo>
                    <a:pt x="p0x4" y="p0y4"/>
                  </a:lnTo>
                  <a:close/>
                </a:path>
              </a:pathLst>
            </a:custGeom>
            <a:solidFill>
              <a:srgbClr val="EDF8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7" name="任意多边形 6"/>
          <p:cNvSpPr/>
          <p:nvPr>
            <p:custDataLst>
              <p:tags r:id="rId4"/>
            </p:custDataLst>
          </p:nvPr>
        </p:nvSpPr>
        <p:spPr>
          <a:xfrm>
            <a:off x="571500" y="1104900"/>
            <a:ext cx="495300" cy="495300"/>
          </a:xfrm>
          <a:custGeom>
            <a:avLst/>
            <a:gdLst>
              <a:gd name="sw" fmla="*/ 1 w 780"/>
              <a:gd name="sh" fmla="*/ 1 h 780"/>
              <a:gd name="mins" fmla="min sw sh"/>
              <a:gd name="dsw" fmla="+- 0 sw mins"/>
              <a:gd name="dsh" fmla="+- 0 sh mins"/>
              <a:gd name="p0x0" fmla="*/ 120 w 780"/>
              <a:gd name="p0y0" fmla="*/ 0 h 780"/>
              <a:gd name="p0x1" fmla="*/ 660 w 780"/>
              <a:gd name="p0y1" fmla="*/ 0 h 780"/>
              <a:gd name="p0x2" fmla="*/ 726 w 780"/>
              <a:gd name="p0y2" fmla="*/ 0 h 780"/>
              <a:gd name="p0x3" fmla="*/ 780 w 780"/>
              <a:gd name="p0y3" fmla="*/ 53 h 780"/>
              <a:gd name="p0x4" fmla="*/ 780 w 780"/>
              <a:gd name="p0y4" fmla="*/ 120 h 780"/>
              <a:gd name="p0x5" fmla="*/ 780 w 780"/>
              <a:gd name="p0y5" fmla="*/ 660 h 780"/>
              <a:gd name="p0x6" fmla="*/ 780 w 780"/>
              <a:gd name="p0y6" fmla="*/ 726 h 780"/>
              <a:gd name="p0x7" fmla="*/ 726 w 780"/>
              <a:gd name="p0y7" fmla="*/ 780 h 780"/>
              <a:gd name="p0x8" fmla="*/ 660 w 780"/>
              <a:gd name="p0y8" fmla="*/ 780 h 780"/>
              <a:gd name="p0x9" fmla="*/ 120 w 780"/>
              <a:gd name="p0y9" fmla="*/ 780 h 780"/>
              <a:gd name="p0x10" fmla="*/ 53 w 780"/>
              <a:gd name="p0y10" fmla="*/ 780 h 780"/>
              <a:gd name="p0x11" fmla="*/ 0 w 780"/>
              <a:gd name="p0y11" fmla="*/ 726 h 780"/>
              <a:gd name="p0x12" fmla="*/ 0 w 780"/>
              <a:gd name="p0y12" fmla="*/ 660 h 780"/>
              <a:gd name="p0x13" fmla="*/ 0 w 780"/>
              <a:gd name="p0y13" fmla="*/ 120 h 780"/>
              <a:gd name="p0x14" fmla="*/ 0 w 780"/>
              <a:gd name="p0y14" fmla="*/ 53 h 780"/>
              <a:gd name="p0x15" fmla="*/ 53 w 780"/>
              <a:gd name="p0y15" fmla="*/ 0 h 780"/>
              <a:gd name="p0x16" fmla="*/ 120 w 780"/>
              <a:gd name="p0y16" fmla="*/ 0 h 7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rcRect l="-1852" t="-2083" r="-1852" b="-2083"/>
          <a:stretch>
            <a:fillRect/>
          </a:stretch>
        </p:blipFill>
        <p:spPr>
          <a:xfrm>
            <a:off x="685800" y="1233170"/>
            <a:ext cx="266700" cy="238125"/>
          </a:xfrm>
          <a:prstGeom prst="rect">
            <a:avLst/>
          </a:prstGeom>
        </p:spPr>
      </p:pic>
      <p:sp>
        <p:nvSpPr>
          <p:cNvPr id="9" name="文本框 8"/>
          <p:cNvSpPr txBox="1"/>
          <p:nvPr>
            <p:custDataLst>
              <p:tags r:id="rId8"/>
            </p:custDataLst>
          </p:nvPr>
        </p:nvSpPr>
        <p:spPr>
          <a:xfrm>
            <a:off x="1181100" y="1176338"/>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卫生设计</a:t>
            </a:r>
            <a:endParaRPr sz="2100" b="1">
              <a:solidFill>
                <a:srgbClr val="043642"/>
              </a:solidFill>
              <a:latin typeface="微软雅黑" panose="020B0503020204020204" charset="-122"/>
              <a:ea typeface="微软雅黑" panose="020B0503020204020204" charset="-122"/>
            </a:endParaRPr>
          </a:p>
        </p:txBody>
      </p:sp>
      <p:grpSp>
        <p:nvGrpSpPr>
          <p:cNvPr id="55" name="组合 54"/>
          <p:cNvGrpSpPr/>
          <p:nvPr/>
        </p:nvGrpSpPr>
        <p:grpSpPr>
          <a:xfrm>
            <a:off x="6229350" y="1104900"/>
            <a:ext cx="5391150" cy="618490"/>
            <a:chOff x="9810" y="1740"/>
            <a:chExt cx="8490" cy="974"/>
          </a:xfrm>
        </p:grpSpPr>
        <p:sp>
          <p:nvSpPr>
            <p:cNvPr id="27" name="任意多边形 26"/>
            <p:cNvSpPr/>
            <p:nvPr>
              <p:custDataLst>
                <p:tags r:id="rId9"/>
              </p:custDataLst>
            </p:nvPr>
          </p:nvSpPr>
          <p:spPr>
            <a:xfrm>
              <a:off x="9810" y="1740"/>
              <a:ext cx="8490" cy="975"/>
            </a:xfrm>
            <a:custGeom>
              <a:avLst/>
              <a:gdLst>
                <a:gd name="sw" fmla="*/ 1 w 8490"/>
                <a:gd name="sh" fmla="*/ 1 h 975"/>
                <a:gd name="mins" fmla="min sw sh"/>
                <a:gd name="dsw" fmla="+- 0 sw mins"/>
                <a:gd name="dsh" fmla="+- 0 sh mins"/>
                <a:gd name="p0x0" fmla="*/ 0 w 8490"/>
                <a:gd name="p0y0" fmla="*/ 0 h 975"/>
                <a:gd name="p0x1" fmla="*/ 8490 w 8490"/>
                <a:gd name="p0y1" fmla="*/ 0 h 975"/>
                <a:gd name="p0x2" fmla="*/ 8490 w 8490"/>
                <a:gd name="p0y2" fmla="*/ 975 h 975"/>
                <a:gd name="p0x3" fmla="*/ 0 w 8490"/>
                <a:gd name="p0y3" fmla="*/ 975 h 975"/>
                <a:gd name="p0x4" fmla="*/ 0 w 8490"/>
                <a:gd name="p0y4" fmla="*/ 0 h 975"/>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任意多边形 27"/>
            <p:cNvSpPr/>
            <p:nvPr>
              <p:custDataLst>
                <p:tags r:id="rId10"/>
              </p:custDataLst>
            </p:nvPr>
          </p:nvSpPr>
          <p:spPr>
            <a:xfrm>
              <a:off x="9810" y="2700"/>
              <a:ext cx="8490" cy="15"/>
            </a:xfrm>
            <a:custGeom>
              <a:avLst/>
              <a:gdLst>
                <a:gd name="sw" fmla="*/ 1 w 8490"/>
                <a:gd name="sh" fmla="*/ 1 h 15"/>
                <a:gd name="mins" fmla="min sw sh"/>
                <a:gd name="dsw" fmla="+- 0 sw mins"/>
                <a:gd name="dsh" fmla="+- 0 sh mins"/>
                <a:gd name="p0x0" fmla="*/ 8490 w 8490"/>
                <a:gd name="p0y0" fmla="*/ 15 h 15"/>
                <a:gd name="p0x1" fmla="*/ 0 w 8490"/>
                <a:gd name="p0y1" fmla="*/ 15 h 15"/>
                <a:gd name="p0x2" fmla="*/ 0 w 8490"/>
                <a:gd name="p0y2" fmla="*/ 0 h 15"/>
                <a:gd name="p0x3" fmla="*/ 8490 w 8490"/>
                <a:gd name="p0y3" fmla="*/ 0 h 15"/>
                <a:gd name="p0x4" fmla="*/ 8490 w 8490"/>
                <a:gd name="p0y4" fmla="*/ 15 h 15"/>
              </a:gdLst>
              <a:ahLst/>
              <a:cxnLst/>
              <a:pathLst>
                <a:path>
                  <a:moveTo>
                    <a:pt x="p0x0" y="p0y0"/>
                  </a:moveTo>
                  <a:lnTo>
                    <a:pt x="p0x1" y="p0y1"/>
                  </a:lnTo>
                  <a:lnTo>
                    <a:pt x="p0x2" y="p0y2"/>
                  </a:lnTo>
                  <a:lnTo>
                    <a:pt x="p0x3" y="p0y3"/>
                  </a:lnTo>
                  <a:lnTo>
                    <a:pt x="p0x4" y="p0y4"/>
                  </a:lnTo>
                  <a:close/>
                </a:path>
              </a:pathLst>
            </a:custGeom>
            <a:solidFill>
              <a:srgbClr val="EDF8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30" name="任意多边形 29"/>
          <p:cNvSpPr/>
          <p:nvPr>
            <p:custDataLst>
              <p:tags r:id="rId11"/>
            </p:custDataLst>
          </p:nvPr>
        </p:nvSpPr>
        <p:spPr>
          <a:xfrm>
            <a:off x="6229350" y="1104900"/>
            <a:ext cx="495300" cy="495300"/>
          </a:xfrm>
          <a:custGeom>
            <a:avLst/>
            <a:gdLst>
              <a:gd name="sw" fmla="*/ 1 w 780"/>
              <a:gd name="sh" fmla="*/ 1 h 780"/>
              <a:gd name="mins" fmla="min sw sh"/>
              <a:gd name="dsw" fmla="+- 0 sw mins"/>
              <a:gd name="dsh" fmla="+- 0 sh mins"/>
              <a:gd name="p0x0" fmla="*/ 120 w 780"/>
              <a:gd name="p0y0" fmla="*/ 0 h 780"/>
              <a:gd name="p0x1" fmla="*/ 660 w 780"/>
              <a:gd name="p0y1" fmla="*/ 0 h 780"/>
              <a:gd name="p0x2" fmla="*/ 726 w 780"/>
              <a:gd name="p0y2" fmla="*/ 0 h 780"/>
              <a:gd name="p0x3" fmla="*/ 780 w 780"/>
              <a:gd name="p0y3" fmla="*/ 53 h 780"/>
              <a:gd name="p0x4" fmla="*/ 780 w 780"/>
              <a:gd name="p0y4" fmla="*/ 120 h 780"/>
              <a:gd name="p0x5" fmla="*/ 780 w 780"/>
              <a:gd name="p0y5" fmla="*/ 660 h 780"/>
              <a:gd name="p0x6" fmla="*/ 780 w 780"/>
              <a:gd name="p0y6" fmla="*/ 726 h 780"/>
              <a:gd name="p0x7" fmla="*/ 726 w 780"/>
              <a:gd name="p0y7" fmla="*/ 780 h 780"/>
              <a:gd name="p0x8" fmla="*/ 660 w 780"/>
              <a:gd name="p0y8" fmla="*/ 780 h 780"/>
              <a:gd name="p0x9" fmla="*/ 120 w 780"/>
              <a:gd name="p0y9" fmla="*/ 780 h 780"/>
              <a:gd name="p0x10" fmla="*/ 53 w 780"/>
              <a:gd name="p0y10" fmla="*/ 780 h 780"/>
              <a:gd name="p0x11" fmla="*/ 0 w 780"/>
              <a:gd name="p0y11" fmla="*/ 726 h 780"/>
              <a:gd name="p0x12" fmla="*/ 0 w 780"/>
              <a:gd name="p0y12" fmla="*/ 660 h 780"/>
              <a:gd name="p0x13" fmla="*/ 0 w 780"/>
              <a:gd name="p0y13" fmla="*/ 120 h 780"/>
              <a:gd name="p0x14" fmla="*/ 0 w 780"/>
              <a:gd name="p0y14" fmla="*/ 53 h 780"/>
              <a:gd name="p0x15" fmla="*/ 53 w 780"/>
              <a:gd name="p0y15" fmla="*/ 0 h 780"/>
              <a:gd name="p0x16" fmla="*/ 120 w 780"/>
              <a:gd name="p0y16" fmla="*/ 0 h 7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1" name="图片 30"/>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rcRect l="-6818" t="-4348" r="-6818" b="-4348"/>
          <a:stretch>
            <a:fillRect/>
          </a:stretch>
        </p:blipFill>
        <p:spPr>
          <a:xfrm>
            <a:off x="6357620" y="1233170"/>
            <a:ext cx="238125" cy="238125"/>
          </a:xfrm>
          <a:prstGeom prst="rect">
            <a:avLst/>
          </a:prstGeom>
        </p:spPr>
      </p:pic>
      <p:sp>
        <p:nvSpPr>
          <p:cNvPr id="32" name="文本框 31"/>
          <p:cNvSpPr txBox="1"/>
          <p:nvPr>
            <p:custDataLst>
              <p:tags r:id="rId15"/>
            </p:custDataLst>
          </p:nvPr>
        </p:nvSpPr>
        <p:spPr>
          <a:xfrm>
            <a:off x="6838950" y="1176338"/>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安全设计</a:t>
            </a:r>
            <a:endParaRPr sz="2100" b="1">
              <a:solidFill>
                <a:srgbClr val="043642"/>
              </a:solidFill>
              <a:latin typeface="微软雅黑" panose="020B0503020204020204" charset="-122"/>
              <a:ea typeface="微软雅黑" panose="020B0503020204020204" charset="-122"/>
            </a:endParaRPr>
          </a:p>
        </p:txBody>
      </p:sp>
      <p:sp>
        <p:nvSpPr>
          <p:cNvPr id="10" name="任意多边形 9"/>
          <p:cNvSpPr/>
          <p:nvPr>
            <p:custDataLst>
              <p:tags r:id="rId16"/>
            </p:custDataLst>
          </p:nvPr>
        </p:nvSpPr>
        <p:spPr>
          <a:xfrm>
            <a:off x="575945" y="1880870"/>
            <a:ext cx="5381625" cy="4591050"/>
          </a:xfrm>
          <a:custGeom>
            <a:avLst/>
            <a:gdLst>
              <a:gd name="sw" fmla="*/ 1 w 8475"/>
              <a:gd name="sh" fmla="*/ 1 h 7230"/>
              <a:gd name="mins" fmla="min sw sh"/>
              <a:gd name="dsw" fmla="+- 0 sw mins"/>
              <a:gd name="dsh" fmla="+- 0 sh mins"/>
              <a:gd name="p0x0" fmla="*/ 120 w 8475"/>
              <a:gd name="p0y0" fmla="*/ 0 h 7230"/>
              <a:gd name="p0x1" fmla="*/ 8355 w 8475"/>
              <a:gd name="p0y1" fmla="*/ 0 h 7230"/>
              <a:gd name="p0x2" fmla="*/ 8421 w 8475"/>
              <a:gd name="p0y2" fmla="*/ 0 h 7230"/>
              <a:gd name="p0x3" fmla="*/ 8475 w 8475"/>
              <a:gd name="p0y3" fmla="*/ 53 h 7230"/>
              <a:gd name="p0x4" fmla="*/ 8475 w 8475"/>
              <a:gd name="p0y4" fmla="*/ 120 h 7230"/>
              <a:gd name="p0x5" fmla="*/ 8475 w 8475"/>
              <a:gd name="p0y5" fmla="*/ 7110 h 7230"/>
              <a:gd name="p0x6" fmla="*/ 8475 w 8475"/>
              <a:gd name="p0y6" fmla="*/ 7176 h 7230"/>
              <a:gd name="p0x7" fmla="*/ 8421 w 8475"/>
              <a:gd name="p0y7" fmla="*/ 7230 h 7230"/>
              <a:gd name="p0x8" fmla="*/ 8355 w 8475"/>
              <a:gd name="p0y8" fmla="*/ 7230 h 7230"/>
              <a:gd name="p0x9" fmla="*/ 120 w 8475"/>
              <a:gd name="p0y9" fmla="*/ 7230 h 7230"/>
              <a:gd name="p0x10" fmla="*/ 53 w 8475"/>
              <a:gd name="p0y10" fmla="*/ 7230 h 7230"/>
              <a:gd name="p0x11" fmla="*/ 0 w 8475"/>
              <a:gd name="p0y11" fmla="*/ 7176 h 7230"/>
              <a:gd name="p0x12" fmla="*/ 0 w 8475"/>
              <a:gd name="p0y12" fmla="*/ 7110 h 7230"/>
              <a:gd name="p0x13" fmla="*/ 0 w 8475"/>
              <a:gd name="p0y13" fmla="*/ 120 h 7230"/>
              <a:gd name="p0x14" fmla="*/ 0 w 8475"/>
              <a:gd name="p0y14" fmla="*/ 53 h 7230"/>
              <a:gd name="p0x15" fmla="*/ 53 w 8475"/>
              <a:gd name="p0y15" fmla="*/ 0 h 7230"/>
              <a:gd name="p0x16" fmla="*/ 120 w 8475"/>
              <a:gd name="p0y16" fmla="*/ 0 h 723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9FDFE"/>
          </a:solidFill>
          <a:ln w="9525" cmpd="sng">
            <a:solidFill>
              <a:srgbClr val="0E90A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custDataLst>
              <p:tags r:id="rId17"/>
            </p:custDataLst>
          </p:nvPr>
        </p:nvSpPr>
        <p:spPr>
          <a:xfrm>
            <a:off x="810260" y="1967230"/>
            <a:ext cx="5021580" cy="4343400"/>
          </a:xfrm>
          <a:prstGeom prst="rect">
            <a:avLst/>
          </a:prstGeom>
          <a:noFill/>
        </p:spPr>
        <p:txBody>
          <a:bodyPr wrap="square" lIns="0" tIns="0" rIns="0" bIns="0" rtlCol="0" anchor="t">
            <a:noAutofit/>
          </a:bodyPr>
          <a:p>
            <a:pPr algn="just">
              <a:lnSpc>
                <a:spcPct val="173000"/>
              </a:lnSpc>
            </a:pPr>
            <a:r>
              <a:rPr lang="zh-CN" altLang="en-US" sz="1600" b="1">
                <a:solidFill>
                  <a:schemeClr val="tx1"/>
                </a:solidFill>
                <a:latin typeface="华文中宋" panose="02010600040101010101" charset="-122"/>
                <a:ea typeface="华文中宋" panose="02010600040101010101" charset="-122"/>
              </a:rPr>
              <a:t>清洁规范落实</a:t>
            </a:r>
            <a:endParaRPr lang="zh-CN" altLang="en-US" sz="1600">
              <a:solidFill>
                <a:schemeClr val="tx1"/>
              </a:solidFill>
              <a:latin typeface="华文中宋" panose="02010600040101010101" charset="-122"/>
              <a:ea typeface="华文中宋" panose="02010600040101010101" charset="-122"/>
            </a:endParaRPr>
          </a:p>
          <a:p>
            <a:pPr indent="406400" algn="just" fontAlgn="auto" hangingPunct="0">
              <a:lnSpc>
                <a:spcPct val="17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车间严格落实清洁规范，针对设备、管道、工具以及工作场所定期开展全面清洗；</a:t>
            </a:r>
            <a:endParaRPr lang="zh-CN" altLang="en-US" sz="1600">
              <a:solidFill>
                <a:schemeClr val="tx1"/>
              </a:solidFill>
              <a:latin typeface="华文中宋" panose="02010600040101010101" charset="-122"/>
              <a:ea typeface="华文中宋" panose="02010600040101010101" charset="-122"/>
            </a:endParaRPr>
          </a:p>
          <a:p>
            <a:pPr indent="0" algn="just" fontAlgn="auto" hangingPunct="0">
              <a:lnSpc>
                <a:spcPct val="173000"/>
              </a:lnSpc>
            </a:pPr>
            <a:r>
              <a:rPr lang="zh-CN" altLang="en-US" sz="1600" b="1">
                <a:solidFill>
                  <a:schemeClr val="tx1"/>
                </a:solidFill>
                <a:latin typeface="华文中宋" panose="02010600040101010101" charset="-122"/>
                <a:ea typeface="华文中宋" panose="02010600040101010101" charset="-122"/>
              </a:rPr>
              <a:t>消毒区域设置</a:t>
            </a:r>
            <a:endParaRPr lang="zh-CN" altLang="en-US" sz="1600" b="1">
              <a:solidFill>
                <a:schemeClr val="tx1"/>
              </a:solidFill>
              <a:latin typeface="华文中宋" panose="02010600040101010101" charset="-122"/>
              <a:ea typeface="华文中宋" panose="02010600040101010101" charset="-122"/>
            </a:endParaRPr>
          </a:p>
          <a:p>
            <a:pPr indent="406400" algn="just" fontAlgn="auto" hangingPunct="0">
              <a:lnSpc>
                <a:spcPct val="17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入口处设置消毒区域，定时检验空气微生物的含量，装设空气净化设备并强化通风；</a:t>
            </a:r>
            <a:endParaRPr lang="zh-CN" altLang="en-US" sz="1600">
              <a:solidFill>
                <a:schemeClr val="tx1"/>
              </a:solidFill>
              <a:latin typeface="华文中宋" panose="02010600040101010101" charset="-122"/>
              <a:ea typeface="华文中宋" panose="02010600040101010101" charset="-122"/>
            </a:endParaRPr>
          </a:p>
          <a:p>
            <a:pPr indent="0" algn="just" fontAlgn="auto" hangingPunct="0">
              <a:lnSpc>
                <a:spcPct val="173000"/>
              </a:lnSpc>
            </a:pPr>
            <a:r>
              <a:rPr lang="zh-CN" altLang="en-US" sz="1600" b="1">
                <a:solidFill>
                  <a:schemeClr val="tx1"/>
                </a:solidFill>
                <a:latin typeface="华文中宋" panose="02010600040101010101" charset="-122"/>
                <a:ea typeface="华文中宋" panose="02010600040101010101" charset="-122"/>
              </a:rPr>
              <a:t>功能分区</a:t>
            </a:r>
            <a:r>
              <a:rPr lang="zh-CN" altLang="en-US" sz="1600" b="1">
                <a:solidFill>
                  <a:schemeClr val="tx1"/>
                </a:solidFill>
                <a:latin typeface="华文中宋" panose="02010600040101010101" charset="-122"/>
                <a:ea typeface="华文中宋" panose="02010600040101010101" charset="-122"/>
              </a:rPr>
              <a:t>管理</a:t>
            </a:r>
            <a:endParaRPr lang="zh-CN" altLang="en-US" sz="1600" b="1">
              <a:solidFill>
                <a:schemeClr val="tx1"/>
              </a:solidFill>
              <a:latin typeface="华文中宋" panose="02010600040101010101" charset="-122"/>
              <a:ea typeface="华文中宋" panose="02010600040101010101" charset="-122"/>
            </a:endParaRPr>
          </a:p>
          <a:p>
            <a:pPr indent="406400" algn="just" fontAlgn="auto" hangingPunct="0">
              <a:lnSpc>
                <a:spcPct val="17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各功能区域分开设置，配备专门的废物收集容器，废弃物存放处与生产区保持距离，定时进行无害化处置，避免交叉污染；</a:t>
            </a:r>
            <a:endParaRPr lang="zh-CN" altLang="en-US" sz="1600">
              <a:solidFill>
                <a:schemeClr val="tx1"/>
              </a:solidFill>
              <a:latin typeface="华文中宋" panose="02010600040101010101" charset="-122"/>
              <a:ea typeface="华文中宋" panose="02010600040101010101" charset="-122"/>
            </a:endParaRPr>
          </a:p>
        </p:txBody>
      </p:sp>
      <p:sp>
        <p:nvSpPr>
          <p:cNvPr id="33" name="任意多边形 32"/>
          <p:cNvSpPr/>
          <p:nvPr>
            <p:custDataLst>
              <p:tags r:id="rId18"/>
            </p:custDataLst>
          </p:nvPr>
        </p:nvSpPr>
        <p:spPr>
          <a:xfrm>
            <a:off x="6233795" y="1880870"/>
            <a:ext cx="5381625" cy="4591050"/>
          </a:xfrm>
          <a:custGeom>
            <a:avLst/>
            <a:gdLst>
              <a:gd name="sw" fmla="*/ 1 w 8475"/>
              <a:gd name="sh" fmla="*/ 1 h 7230"/>
              <a:gd name="mins" fmla="min sw sh"/>
              <a:gd name="dsw" fmla="+- 0 sw mins"/>
              <a:gd name="dsh" fmla="+- 0 sh mins"/>
              <a:gd name="p0x0" fmla="*/ 120 w 8475"/>
              <a:gd name="p0y0" fmla="*/ 0 h 7230"/>
              <a:gd name="p0x1" fmla="*/ 8355 w 8475"/>
              <a:gd name="p0y1" fmla="*/ 0 h 7230"/>
              <a:gd name="p0x2" fmla="*/ 8421 w 8475"/>
              <a:gd name="p0y2" fmla="*/ 0 h 7230"/>
              <a:gd name="p0x3" fmla="*/ 8475 w 8475"/>
              <a:gd name="p0y3" fmla="*/ 53 h 7230"/>
              <a:gd name="p0x4" fmla="*/ 8475 w 8475"/>
              <a:gd name="p0y4" fmla="*/ 120 h 7230"/>
              <a:gd name="p0x5" fmla="*/ 8475 w 8475"/>
              <a:gd name="p0y5" fmla="*/ 7110 h 7230"/>
              <a:gd name="p0x6" fmla="*/ 8475 w 8475"/>
              <a:gd name="p0y6" fmla="*/ 7176 h 7230"/>
              <a:gd name="p0x7" fmla="*/ 8421 w 8475"/>
              <a:gd name="p0y7" fmla="*/ 7230 h 7230"/>
              <a:gd name="p0x8" fmla="*/ 8355 w 8475"/>
              <a:gd name="p0y8" fmla="*/ 7230 h 7230"/>
              <a:gd name="p0x9" fmla="*/ 120 w 8475"/>
              <a:gd name="p0y9" fmla="*/ 7230 h 7230"/>
              <a:gd name="p0x10" fmla="*/ 53 w 8475"/>
              <a:gd name="p0y10" fmla="*/ 7230 h 7230"/>
              <a:gd name="p0x11" fmla="*/ 0 w 8475"/>
              <a:gd name="p0y11" fmla="*/ 7176 h 7230"/>
              <a:gd name="p0x12" fmla="*/ 0 w 8475"/>
              <a:gd name="p0y12" fmla="*/ 7110 h 7230"/>
              <a:gd name="p0x13" fmla="*/ 0 w 8475"/>
              <a:gd name="p0y13" fmla="*/ 120 h 7230"/>
              <a:gd name="p0x14" fmla="*/ 0 w 8475"/>
              <a:gd name="p0y14" fmla="*/ 53 h 7230"/>
              <a:gd name="p0x15" fmla="*/ 53 w 8475"/>
              <a:gd name="p0y15" fmla="*/ 0 h 7230"/>
              <a:gd name="p0x16" fmla="*/ 120 w 8475"/>
              <a:gd name="p0y16" fmla="*/ 0 h 723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19"/>
            </p:custDataLst>
          </p:nvPr>
        </p:nvSpPr>
        <p:spPr>
          <a:xfrm>
            <a:off x="6357620" y="1927860"/>
            <a:ext cx="5021580" cy="4343400"/>
          </a:xfrm>
          <a:prstGeom prst="rect">
            <a:avLst/>
          </a:prstGeom>
          <a:noFill/>
        </p:spPr>
        <p:txBody>
          <a:bodyPr wrap="square" lIns="0" tIns="0" rIns="0" bIns="0" rtlCol="0" anchor="t">
            <a:noAutofit/>
          </a:bodyPr>
          <a:p>
            <a:pPr algn="just">
              <a:lnSpc>
                <a:spcPct val="163000"/>
              </a:lnSpc>
            </a:pPr>
            <a:r>
              <a:rPr lang="zh-CN" altLang="en-US" sz="1600" b="1">
                <a:solidFill>
                  <a:schemeClr val="tx1"/>
                </a:solidFill>
                <a:latin typeface="华文中宋" panose="02010600040101010101" charset="-122"/>
                <a:ea typeface="华文中宋" panose="02010600040101010101" charset="-122"/>
              </a:rPr>
              <a:t>消防应急配置</a:t>
            </a:r>
            <a:endParaRPr lang="zh-CN" altLang="en-US" sz="1600">
              <a:solidFill>
                <a:schemeClr val="tx1"/>
              </a:solidFill>
              <a:latin typeface="华文中宋" panose="02010600040101010101" charset="-122"/>
              <a:ea typeface="华文中宋" panose="02010600040101010101" charset="-122"/>
            </a:endParaRPr>
          </a:p>
          <a:p>
            <a:pPr indent="406400" algn="just" fontAlgn="auto" hangingPunct="0">
              <a:lnSpc>
                <a:spcPct val="16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车间配备消防设备、烟雾报警器、应急照明及疏散标志，定期组织演练。设专职安全管理人员，每日巡查，排查隐患。</a:t>
            </a:r>
            <a:endParaRPr lang="zh-CN" altLang="en-US" sz="1600">
              <a:solidFill>
                <a:schemeClr val="tx1"/>
              </a:solidFill>
              <a:latin typeface="华文中宋" panose="02010600040101010101" charset="-122"/>
              <a:ea typeface="华文中宋" panose="02010600040101010101" charset="-122"/>
            </a:endParaRPr>
          </a:p>
          <a:p>
            <a:pPr indent="0" algn="just" fontAlgn="auto" hangingPunct="0">
              <a:lnSpc>
                <a:spcPct val="163000"/>
              </a:lnSpc>
            </a:pPr>
            <a:r>
              <a:rPr lang="zh-CN" altLang="en-US" sz="1600" b="1">
                <a:solidFill>
                  <a:schemeClr val="tx1"/>
                </a:solidFill>
                <a:latin typeface="华文中宋" panose="02010600040101010101" charset="-122"/>
                <a:ea typeface="华文中宋" panose="02010600040101010101" charset="-122"/>
              </a:rPr>
              <a:t>高温高压防护</a:t>
            </a:r>
            <a:endParaRPr lang="zh-CN" altLang="en-US" sz="1600" b="1">
              <a:solidFill>
                <a:schemeClr val="tx1"/>
              </a:solidFill>
              <a:latin typeface="华文中宋" panose="02010600040101010101" charset="-122"/>
              <a:ea typeface="华文中宋" panose="02010600040101010101" charset="-122"/>
            </a:endParaRPr>
          </a:p>
          <a:p>
            <a:pPr indent="406400" algn="just" fontAlgn="auto" hangingPunct="0">
              <a:lnSpc>
                <a:spcPct val="16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高温、高压区域设防护罩或隔离栏，关键设备设紧急停机按钮，操作人员持证上岗；</a:t>
            </a:r>
            <a:endParaRPr lang="zh-CN" altLang="en-US" sz="1600">
              <a:solidFill>
                <a:schemeClr val="tx1"/>
              </a:solidFill>
              <a:latin typeface="华文中宋" panose="02010600040101010101" charset="-122"/>
              <a:ea typeface="华文中宋" panose="02010600040101010101" charset="-122"/>
            </a:endParaRPr>
          </a:p>
          <a:p>
            <a:pPr indent="0" algn="just" fontAlgn="auto" hangingPunct="0">
              <a:lnSpc>
                <a:spcPct val="163000"/>
              </a:lnSpc>
            </a:pPr>
            <a:r>
              <a:rPr lang="zh-CN" altLang="en-US" sz="1600" b="1">
                <a:solidFill>
                  <a:schemeClr val="tx1"/>
                </a:solidFill>
                <a:latin typeface="华文中宋" panose="02010600040101010101" charset="-122"/>
                <a:ea typeface="华文中宋" panose="02010600040101010101" charset="-122"/>
              </a:rPr>
              <a:t>灭火系统</a:t>
            </a:r>
            <a:r>
              <a:rPr lang="zh-CN" altLang="en-US" sz="1600" b="1">
                <a:solidFill>
                  <a:schemeClr val="tx1"/>
                </a:solidFill>
                <a:latin typeface="华文中宋" panose="02010600040101010101" charset="-122"/>
                <a:ea typeface="华文中宋" panose="02010600040101010101" charset="-122"/>
              </a:rPr>
              <a:t>配置</a:t>
            </a:r>
            <a:endParaRPr lang="zh-CN" altLang="en-US" sz="1600" b="1">
              <a:solidFill>
                <a:schemeClr val="tx1"/>
              </a:solidFill>
              <a:latin typeface="华文中宋" panose="02010600040101010101" charset="-122"/>
              <a:ea typeface="华文中宋" panose="02010600040101010101" charset="-122"/>
            </a:endParaRPr>
          </a:p>
          <a:p>
            <a:pPr indent="406400" algn="just" fontAlgn="auto" hangingPunct="0">
              <a:lnSpc>
                <a:spcPct val="16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各区域悬挂安全警示标志及操作规范。每个关键区域配置干粉灭火器、二氧化碳灭火器及自动喷水系统，确保紧急情况下快速响应；</a:t>
            </a:r>
            <a:endParaRPr lang="zh-CN" altLang="en-US" sz="1600">
              <a:solidFill>
                <a:schemeClr val="tx1"/>
              </a:solidFill>
              <a:latin typeface="华文中宋" panose="02010600040101010101" charset="-122"/>
              <a:ea typeface="华文中宋" panose="0201060004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287395"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3-3 </a:t>
            </a:r>
            <a:r>
              <a:rPr sz="3000" b="1">
                <a:solidFill>
                  <a:srgbClr val="043642"/>
                </a:solidFill>
                <a:latin typeface="微软雅黑" panose="020B0503020204020204" charset="-122"/>
                <a:ea typeface="微软雅黑" panose="020B0503020204020204" charset="-122"/>
              </a:rPr>
              <a:t>仓库设计</a:t>
            </a:r>
            <a:endParaRPr sz="3000" b="1">
              <a:solidFill>
                <a:srgbClr val="043642"/>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1109345"/>
            <a:ext cx="4867910" cy="5402580"/>
          </a:xfrm>
          <a:custGeom>
            <a:avLst/>
            <a:gdLst>
              <a:gd name="sw" fmla="*/ 1 w 7625"/>
              <a:gd name="sh" fmla="*/ 1 h 4065"/>
              <a:gd name="mins" fmla="min sw sh"/>
              <a:gd name="dsw" fmla="+- 0 sw mins"/>
              <a:gd name="dsh" fmla="+- 0 sh mins"/>
              <a:gd name="p0x0" fmla="*/ 120 w 7625"/>
              <a:gd name="p0y0" fmla="*/ 0 h 4065"/>
              <a:gd name="p0x1" fmla="*/ 7505 w 7625"/>
              <a:gd name="p0y1" fmla="*/ 0 h 4065"/>
              <a:gd name="p0x2" fmla="*/ 7572 w 7625"/>
              <a:gd name="p0y2" fmla="*/ 0 h 4065"/>
              <a:gd name="p0x3" fmla="*/ 7625 w 7625"/>
              <a:gd name="p0y3" fmla="*/ 53 h 4065"/>
              <a:gd name="p0x4" fmla="*/ 7625 w 7625"/>
              <a:gd name="p0y4" fmla="*/ 120 h 4065"/>
              <a:gd name="p0x5" fmla="*/ 7625 w 7625"/>
              <a:gd name="p0y5" fmla="*/ 3945 h 4065"/>
              <a:gd name="p0x6" fmla="*/ 7625 w 7625"/>
              <a:gd name="p0y6" fmla="*/ 4011 h 4065"/>
              <a:gd name="p0x7" fmla="*/ 7572 w 7625"/>
              <a:gd name="p0y7" fmla="*/ 4065 h 4065"/>
              <a:gd name="p0x8" fmla="*/ 7505 w 7625"/>
              <a:gd name="p0y8" fmla="*/ 4065 h 4065"/>
              <a:gd name="p0x9" fmla="*/ 120 w 7625"/>
              <a:gd name="p0y9" fmla="*/ 4065 h 4065"/>
              <a:gd name="p0x10" fmla="*/ 53 w 7625"/>
              <a:gd name="p0y10" fmla="*/ 4065 h 4065"/>
              <a:gd name="p0x11" fmla="*/ 0 w 7625"/>
              <a:gd name="p0y11" fmla="*/ 4011 h 4065"/>
              <a:gd name="p0x12" fmla="*/ 0 w 7625"/>
              <a:gd name="p0y12" fmla="*/ 3945 h 4065"/>
              <a:gd name="p0x13" fmla="*/ 0 w 7625"/>
              <a:gd name="p0y13" fmla="*/ 120 h 4065"/>
              <a:gd name="p0x14" fmla="*/ 0 w 7625"/>
              <a:gd name="p0y14" fmla="*/ 53 h 4065"/>
              <a:gd name="p0x15" fmla="*/ 53 w 7625"/>
              <a:gd name="p0y15" fmla="*/ 0 h 4065"/>
              <a:gd name="p0x16" fmla="*/ 120 w 7625"/>
              <a:gd name="p0y16" fmla="*/ 0 h 406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51" name="组合 50"/>
          <p:cNvGrpSpPr/>
          <p:nvPr/>
        </p:nvGrpSpPr>
        <p:grpSpPr>
          <a:xfrm>
            <a:off x="771525" y="1304925"/>
            <a:ext cx="4451350" cy="476250"/>
            <a:chOff x="1215" y="2055"/>
            <a:chExt cx="7010" cy="750"/>
          </a:xfrm>
        </p:grpSpPr>
        <p:sp>
          <p:nvSpPr>
            <p:cNvPr id="5" name="任意多边形 4"/>
            <p:cNvSpPr/>
            <p:nvPr>
              <p:custDataLst>
                <p:tags r:id="rId3"/>
              </p:custDataLst>
            </p:nvPr>
          </p:nvSpPr>
          <p:spPr>
            <a:xfrm>
              <a:off x="1215" y="2055"/>
              <a:ext cx="7010" cy="750"/>
            </a:xfrm>
            <a:custGeom>
              <a:avLst/>
              <a:gdLst>
                <a:gd name="sw" fmla="*/ 1 w 7010"/>
                <a:gd name="sh" fmla="*/ 1 h 750"/>
                <a:gd name="mins" fmla="min sw sh"/>
                <a:gd name="dsw" fmla="+- 0 sw mins"/>
                <a:gd name="dsh" fmla="+- 0 sh mins"/>
                <a:gd name="p0x0" fmla="*/ 0 w 7010"/>
                <a:gd name="p0y0" fmla="*/ 0 h 750"/>
                <a:gd name="p0x1" fmla="*/ 7010 w 7010"/>
                <a:gd name="p0y1" fmla="*/ 0 h 750"/>
                <a:gd name="p0x2" fmla="*/ 7010 w 7010"/>
                <a:gd name="p0y2" fmla="*/ 750 h 750"/>
                <a:gd name="p0x3" fmla="*/ 0 w 7010"/>
                <a:gd name="p0y3" fmla="*/ 750 h 750"/>
                <a:gd name="p0x4" fmla="*/ 0 w 7010"/>
                <a:gd name="p0y4" fmla="*/ 0 h 750"/>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4"/>
              </p:custDataLst>
            </p:nvPr>
          </p:nvSpPr>
          <p:spPr>
            <a:xfrm>
              <a:off x="1215" y="2790"/>
              <a:ext cx="7010" cy="15"/>
            </a:xfrm>
            <a:custGeom>
              <a:avLst/>
              <a:gdLst>
                <a:gd name="sw" fmla="*/ 1 w 7010"/>
                <a:gd name="sh" fmla="*/ 1 h 15"/>
                <a:gd name="mins" fmla="min sw sh"/>
                <a:gd name="dsw" fmla="+- 0 sw mins"/>
                <a:gd name="dsh" fmla="+- 0 sh mins"/>
                <a:gd name="p0x0" fmla="*/ 7010 w 7010"/>
                <a:gd name="p0y0" fmla="*/ 15 h 15"/>
                <a:gd name="p0x1" fmla="*/ 0 w 7010"/>
                <a:gd name="p0y1" fmla="*/ 15 h 15"/>
                <a:gd name="p0x2" fmla="*/ 0 w 7010"/>
                <a:gd name="p0y2" fmla="*/ 0 h 15"/>
                <a:gd name="p0x3" fmla="*/ 7010 w 7010"/>
                <a:gd name="p0y3" fmla="*/ 0 h 15"/>
                <a:gd name="p0x4" fmla="*/ 7010 w 7010"/>
                <a:gd name="p0y4" fmla="*/ 15 h 15"/>
              </a:gdLst>
              <a:ahLst/>
              <a:cxnLst/>
              <a:pathLst>
                <a:path>
                  <a:moveTo>
                    <a:pt x="p0x0" y="p0y0"/>
                  </a:moveTo>
                  <a:lnTo>
                    <a:pt x="p0x1" y="p0y1"/>
                  </a:lnTo>
                  <a:lnTo>
                    <a:pt x="p0x2" y="p0y2"/>
                  </a:lnTo>
                  <a:lnTo>
                    <a:pt x="p0x3" y="p0y3"/>
                  </a:lnTo>
                  <a:lnTo>
                    <a:pt x="p0x4" y="p0y4"/>
                  </a:lnTo>
                  <a:close/>
                </a:path>
              </a:pathLst>
            </a:custGeom>
            <a:solidFill>
              <a:srgbClr val="E5F4F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8" name="任意多边形 7"/>
          <p:cNvSpPr/>
          <p:nvPr>
            <p:custDataLst>
              <p:tags r:id="rId5"/>
            </p:custDataLst>
          </p:nvPr>
        </p:nvSpPr>
        <p:spPr>
          <a:xfrm>
            <a:off x="771525" y="130937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l="-2083" t="-3492" r="-2083" b="-3492"/>
          <a:stretch>
            <a:fillRect/>
          </a:stretch>
        </p:blipFill>
        <p:spPr>
          <a:xfrm>
            <a:off x="823595" y="1371600"/>
            <a:ext cx="238125" cy="213995"/>
          </a:xfrm>
          <a:prstGeom prst="rect">
            <a:avLst/>
          </a:prstGeom>
        </p:spPr>
      </p:pic>
      <p:sp>
        <p:nvSpPr>
          <p:cNvPr id="10" name="文本框 9"/>
          <p:cNvSpPr txBox="1"/>
          <p:nvPr>
            <p:custDataLst>
              <p:tags r:id="rId9"/>
            </p:custDataLst>
          </p:nvPr>
        </p:nvSpPr>
        <p:spPr>
          <a:xfrm>
            <a:off x="1228725" y="1304925"/>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原料仓库</a:t>
            </a:r>
            <a:endParaRPr sz="2100" b="1">
              <a:solidFill>
                <a:srgbClr val="043642"/>
              </a:solidFill>
              <a:latin typeface="微软雅黑" panose="020B0503020204020204" charset="-122"/>
              <a:ea typeface="微软雅黑" panose="020B0503020204020204" charset="-122"/>
            </a:endParaRPr>
          </a:p>
        </p:txBody>
      </p:sp>
      <p:sp>
        <p:nvSpPr>
          <p:cNvPr id="19" name="任意多边形 18"/>
          <p:cNvSpPr/>
          <p:nvPr>
            <p:custDataLst>
              <p:tags r:id="rId10"/>
            </p:custDataLst>
          </p:nvPr>
        </p:nvSpPr>
        <p:spPr>
          <a:xfrm>
            <a:off x="6496050" y="1109345"/>
            <a:ext cx="5094605" cy="5350510"/>
          </a:xfrm>
          <a:custGeom>
            <a:avLst/>
            <a:gdLst>
              <a:gd name="sw" fmla="*/ 1 w 7625"/>
              <a:gd name="sh" fmla="*/ 1 h 4065"/>
              <a:gd name="mins" fmla="min sw sh"/>
              <a:gd name="dsw" fmla="+- 0 sw mins"/>
              <a:gd name="dsh" fmla="+- 0 sh mins"/>
              <a:gd name="p0x0" fmla="*/ 120 w 7625"/>
              <a:gd name="p0y0" fmla="*/ 0 h 4065"/>
              <a:gd name="p0x1" fmla="*/ 7505 w 7625"/>
              <a:gd name="p0y1" fmla="*/ 0 h 4065"/>
              <a:gd name="p0x2" fmla="*/ 7572 w 7625"/>
              <a:gd name="p0y2" fmla="*/ 0 h 4065"/>
              <a:gd name="p0x3" fmla="*/ 7625 w 7625"/>
              <a:gd name="p0y3" fmla="*/ 53 h 4065"/>
              <a:gd name="p0x4" fmla="*/ 7625 w 7625"/>
              <a:gd name="p0y4" fmla="*/ 120 h 4065"/>
              <a:gd name="p0x5" fmla="*/ 7625 w 7625"/>
              <a:gd name="p0y5" fmla="*/ 3945 h 4065"/>
              <a:gd name="p0x6" fmla="*/ 7625 w 7625"/>
              <a:gd name="p0y6" fmla="*/ 4011 h 4065"/>
              <a:gd name="p0x7" fmla="*/ 7572 w 7625"/>
              <a:gd name="p0y7" fmla="*/ 4065 h 4065"/>
              <a:gd name="p0x8" fmla="*/ 7505 w 7625"/>
              <a:gd name="p0y8" fmla="*/ 4065 h 4065"/>
              <a:gd name="p0x9" fmla="*/ 120 w 7625"/>
              <a:gd name="p0y9" fmla="*/ 4065 h 4065"/>
              <a:gd name="p0x10" fmla="*/ 53 w 7625"/>
              <a:gd name="p0y10" fmla="*/ 4065 h 4065"/>
              <a:gd name="p0x11" fmla="*/ 0 w 7625"/>
              <a:gd name="p0y11" fmla="*/ 4011 h 4065"/>
              <a:gd name="p0x12" fmla="*/ 0 w 7625"/>
              <a:gd name="p0y12" fmla="*/ 3945 h 4065"/>
              <a:gd name="p0x13" fmla="*/ 0 w 7625"/>
              <a:gd name="p0y13" fmla="*/ 120 h 4065"/>
              <a:gd name="p0x14" fmla="*/ 0 w 7625"/>
              <a:gd name="p0y14" fmla="*/ 53 h 4065"/>
              <a:gd name="p0x15" fmla="*/ 53 w 7625"/>
              <a:gd name="p0y15" fmla="*/ 0 h 4065"/>
              <a:gd name="p0x16" fmla="*/ 120 w 7625"/>
              <a:gd name="p0y16" fmla="*/ 0 h 406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52" name="组合 51"/>
          <p:cNvGrpSpPr/>
          <p:nvPr/>
        </p:nvGrpSpPr>
        <p:grpSpPr>
          <a:xfrm>
            <a:off x="6691630" y="1304925"/>
            <a:ext cx="4451350" cy="476250"/>
            <a:chOff x="1215" y="6435"/>
            <a:chExt cx="7010" cy="750"/>
          </a:xfrm>
        </p:grpSpPr>
        <p:sp>
          <p:nvSpPr>
            <p:cNvPr id="20" name="任意多边形 19"/>
            <p:cNvSpPr/>
            <p:nvPr>
              <p:custDataLst>
                <p:tags r:id="rId11"/>
              </p:custDataLst>
            </p:nvPr>
          </p:nvSpPr>
          <p:spPr>
            <a:xfrm>
              <a:off x="1215" y="6435"/>
              <a:ext cx="7010" cy="750"/>
            </a:xfrm>
            <a:custGeom>
              <a:avLst/>
              <a:gdLst>
                <a:gd name="sw" fmla="*/ 1 w 7010"/>
                <a:gd name="sh" fmla="*/ 1 h 750"/>
                <a:gd name="mins" fmla="min sw sh"/>
                <a:gd name="dsw" fmla="+- 0 sw mins"/>
                <a:gd name="dsh" fmla="+- 0 sh mins"/>
                <a:gd name="p0x0" fmla="*/ 0 w 7010"/>
                <a:gd name="p0y0" fmla="*/ 0 h 750"/>
                <a:gd name="p0x1" fmla="*/ 7010 w 7010"/>
                <a:gd name="p0y1" fmla="*/ 0 h 750"/>
                <a:gd name="p0x2" fmla="*/ 7010 w 7010"/>
                <a:gd name="p0y2" fmla="*/ 750 h 750"/>
                <a:gd name="p0x3" fmla="*/ 0 w 7010"/>
                <a:gd name="p0y3" fmla="*/ 750 h 750"/>
                <a:gd name="p0x4" fmla="*/ 0 w 7010"/>
                <a:gd name="p0y4" fmla="*/ 0 h 750"/>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任意多边形 20"/>
            <p:cNvSpPr/>
            <p:nvPr>
              <p:custDataLst>
                <p:tags r:id="rId12"/>
              </p:custDataLst>
            </p:nvPr>
          </p:nvSpPr>
          <p:spPr>
            <a:xfrm>
              <a:off x="1215" y="7170"/>
              <a:ext cx="7010" cy="15"/>
            </a:xfrm>
            <a:custGeom>
              <a:avLst/>
              <a:gdLst>
                <a:gd name="sw" fmla="*/ 1 w 7010"/>
                <a:gd name="sh" fmla="*/ 1 h 15"/>
                <a:gd name="mins" fmla="min sw sh"/>
                <a:gd name="dsw" fmla="+- 0 sw mins"/>
                <a:gd name="dsh" fmla="+- 0 sh mins"/>
                <a:gd name="p0x0" fmla="*/ 7010 w 7010"/>
                <a:gd name="p0y0" fmla="*/ 15 h 15"/>
                <a:gd name="p0x1" fmla="*/ 0 w 7010"/>
                <a:gd name="p0y1" fmla="*/ 15 h 15"/>
                <a:gd name="p0x2" fmla="*/ 0 w 7010"/>
                <a:gd name="p0y2" fmla="*/ 0 h 15"/>
                <a:gd name="p0x3" fmla="*/ 7010 w 7010"/>
                <a:gd name="p0y3" fmla="*/ 0 h 15"/>
                <a:gd name="p0x4" fmla="*/ 7010 w 7010"/>
                <a:gd name="p0y4" fmla="*/ 15 h 15"/>
              </a:gdLst>
              <a:ahLst/>
              <a:cxnLst/>
              <a:pathLst>
                <a:path>
                  <a:moveTo>
                    <a:pt x="p0x0" y="p0y0"/>
                  </a:moveTo>
                  <a:lnTo>
                    <a:pt x="p0x1" y="p0y1"/>
                  </a:lnTo>
                  <a:lnTo>
                    <a:pt x="p0x2" y="p0y2"/>
                  </a:lnTo>
                  <a:lnTo>
                    <a:pt x="p0x3" y="p0y3"/>
                  </a:lnTo>
                  <a:lnTo>
                    <a:pt x="p0x4" y="p0y4"/>
                  </a:lnTo>
                  <a:close/>
                </a:path>
              </a:pathLst>
            </a:custGeom>
            <a:solidFill>
              <a:srgbClr val="E5F4F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3" name="任意多边形 22"/>
          <p:cNvSpPr/>
          <p:nvPr>
            <p:custDataLst>
              <p:tags r:id="rId13"/>
            </p:custDataLst>
          </p:nvPr>
        </p:nvSpPr>
        <p:spPr>
          <a:xfrm>
            <a:off x="6691630" y="130937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23"/>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rcRect l="-2381" t="-3492" r="-2381" b="-3492"/>
          <a:stretch>
            <a:fillRect/>
          </a:stretch>
        </p:blipFill>
        <p:spPr>
          <a:xfrm>
            <a:off x="6758305" y="1371600"/>
            <a:ext cx="209550" cy="213995"/>
          </a:xfrm>
          <a:prstGeom prst="rect">
            <a:avLst/>
          </a:prstGeom>
        </p:spPr>
      </p:pic>
      <p:sp>
        <p:nvSpPr>
          <p:cNvPr id="25" name="文本框 24"/>
          <p:cNvSpPr txBox="1"/>
          <p:nvPr>
            <p:custDataLst>
              <p:tags r:id="rId17"/>
            </p:custDataLst>
          </p:nvPr>
        </p:nvSpPr>
        <p:spPr>
          <a:xfrm>
            <a:off x="7148830" y="1304925"/>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产品仓库</a:t>
            </a:r>
            <a:endParaRPr sz="2100" b="1">
              <a:solidFill>
                <a:srgbClr val="043642"/>
              </a:solidFill>
              <a:latin typeface="微软雅黑" panose="020B0503020204020204" charset="-122"/>
              <a:ea typeface="微软雅黑" panose="020B0503020204020204" charset="-122"/>
            </a:endParaRPr>
          </a:p>
        </p:txBody>
      </p:sp>
      <p:sp>
        <p:nvSpPr>
          <p:cNvPr id="2" name="文本框 1"/>
          <p:cNvSpPr txBox="1"/>
          <p:nvPr/>
        </p:nvSpPr>
        <p:spPr>
          <a:xfrm>
            <a:off x="791210" y="1945640"/>
            <a:ext cx="4427855" cy="4456430"/>
          </a:xfrm>
          <a:prstGeom prst="rect">
            <a:avLst/>
          </a:prstGeom>
          <a:noFill/>
        </p:spPr>
        <p:txBody>
          <a:bodyPr wrap="square" rtlCol="0">
            <a:noAutofit/>
          </a:bodyPr>
          <a:p>
            <a:pPr indent="457200" algn="just" fontAlgn="auto" hangingPunct="0">
              <a:lnSpc>
                <a:spcPct val="190000"/>
              </a:lnSpc>
              <a:extLst>
                <a:ext uri="{35155182-B16C-46BC-9424-99874614C6A1}">
                  <wpsdc:indentchars xmlns:wpsdc="http://www.wps.cn/officeDocument/2017/drawingmlCustomData" val="200" checksum="59296752"/>
                </a:ext>
              </a:extLst>
            </a:pPr>
            <a:r>
              <a:rPr lang="zh-CN" altLang="en-US">
                <a:latin typeface="华文中宋" panose="02010600040101010101" charset="-122"/>
                <a:ea typeface="华文中宋" panose="02010600040101010101" charset="-122"/>
              </a:rPr>
              <a:t>原料仓库的面积进行科学规划，预留出叉车和设备的操作通道。仓库里设置独立分区如原料乳低温冷藏区、蓝莓保鲜存储区等。配置具备恒温功能的冷库、温湿度监测系统以及自动报警设备，湿度调控根据物料需求进行调整。</a:t>
            </a:r>
            <a:r>
              <a:rPr lang="zh-CN" altLang="en-US" b="1">
                <a:latin typeface="华文中宋" panose="02010600040101010101" charset="-122"/>
                <a:ea typeface="华文中宋" panose="02010600040101010101" charset="-122"/>
              </a:rPr>
              <a:t>安装具备良好性能的通风与除湿设备，避免出现结露霉变情况。</a:t>
            </a:r>
            <a:endParaRPr lang="zh-CN" altLang="en-US" b="1">
              <a:latin typeface="华文中宋" panose="02010600040101010101" charset="-122"/>
              <a:ea typeface="华文中宋" panose="02010600040101010101" charset="-122"/>
            </a:endParaRPr>
          </a:p>
        </p:txBody>
      </p:sp>
      <p:sp>
        <p:nvSpPr>
          <p:cNvPr id="7" name="文本框 6"/>
          <p:cNvSpPr txBox="1"/>
          <p:nvPr/>
        </p:nvSpPr>
        <p:spPr>
          <a:xfrm>
            <a:off x="6737985" y="1895475"/>
            <a:ext cx="4696460" cy="4261485"/>
          </a:xfrm>
          <a:prstGeom prst="rect">
            <a:avLst/>
          </a:prstGeom>
          <a:noFill/>
        </p:spPr>
        <p:txBody>
          <a:bodyPr wrap="square" rtlCol="0">
            <a:noAutofit/>
          </a:bodyPr>
          <a:p>
            <a:pPr indent="457200" algn="just" hangingPunct="0">
              <a:lnSpc>
                <a:spcPct val="190000"/>
              </a:lnSpc>
              <a:buClrTx/>
              <a:buSzTx/>
              <a:buFontTx/>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产品仓库设立成品冷藏区、包装材料区以及发货区域，各个区域标识明确，通道保持畅通。库房配备恒温制冷装置与温湿度自动监测系统，温度把控在2</a:t>
            </a:r>
            <a:r>
              <a:rPr lang="zh-CN" altLang="en-US">
                <a:solidFill>
                  <a:schemeClr val="tx1"/>
                </a:solidFill>
                <a:uFillTx/>
                <a:latin typeface="Times New Roman" panose="02020603050405020304" charset="0"/>
                <a:ea typeface="华文中宋" panose="02010600040101010101" charset="-122"/>
                <a:cs typeface="Times New Roman" panose="02020603050405020304" charset="0"/>
              </a:rPr>
              <a:t>℃</a:t>
            </a:r>
            <a:r>
              <a:rPr lang="zh-CN" altLang="en-US">
                <a:solidFill>
                  <a:schemeClr val="tx1"/>
                </a:solidFill>
                <a:uFillTx/>
                <a:latin typeface="Times New Roman" panose="02020603050405020304" charset="0"/>
                <a:ea typeface="华文中宋" panose="02010600040101010101" charset="-122"/>
              </a:rPr>
              <a:t>至6℃，湿度不超过75%。</a:t>
            </a:r>
            <a:r>
              <a:rPr lang="zh-CN" altLang="en-US" b="1">
                <a:solidFill>
                  <a:schemeClr val="tx1"/>
                </a:solidFill>
                <a:uFillTx/>
                <a:latin typeface="Times New Roman" panose="02020603050405020304" charset="0"/>
                <a:ea typeface="华文中宋" panose="02010600040101010101" charset="-122"/>
              </a:rPr>
              <a:t>包装材料区域需维持通风与干燥，配备除湿装置。</a:t>
            </a:r>
            <a:endParaRPr lang="zh-CN" altLang="en-US" b="1">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idx="16388"/>
            <p:custDataLst>
              <p:tags r:id="rId1"/>
            </p:custDataLst>
          </p:nvPr>
        </p:nvSpPr>
        <p:spPr/>
        <p:txBody>
          <a:bodyPr>
            <a:normAutofit/>
          </a:bodyPr>
          <a:p>
            <a:r>
              <a:rPr lang="zh-CN" altLang="en-US"/>
              <a:t>环境保护</a:t>
            </a:r>
            <a:endParaRPr lang="zh-CN" altLang="en-US"/>
          </a:p>
        </p:txBody>
      </p:sp>
      <p:sp>
        <p:nvSpPr>
          <p:cNvPr id="3" name="文本占位符 15"/>
          <p:cNvSpPr>
            <a:spLocks noGrp="1"/>
          </p:cNvSpPr>
          <p:nvPr>
            <p:ph type="body" idx="16389"/>
            <p:custDataLst>
              <p:tags r:id="rId2"/>
            </p:custDataLst>
          </p:nvPr>
        </p:nvSpPr>
        <p:spPr/>
        <p:txBody>
          <a:bodyPr/>
          <a:p>
            <a:r>
              <a:rPr lang="en-US" altLang="en-US"/>
              <a:t>04</a:t>
            </a:r>
            <a:endParaRPr lang="en-US" altLang="en-US"/>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5647690" cy="500380"/>
          </a:xfrm>
          <a:prstGeom prst="rect">
            <a:avLst/>
          </a:prstGeom>
          <a:noFill/>
        </p:spPr>
        <p:txBody>
          <a:bodyPr wrap="square" lIns="0" tIns="0" rIns="0" bIns="0" rtlCol="0" anchor="t">
            <a:noAutofit/>
          </a:bodyPr>
          <a:p>
            <a:pPr algn="l">
              <a:lnSpc>
                <a:spcPct val="100000"/>
              </a:lnSpc>
            </a:pPr>
            <a:r>
              <a:rPr sz="3000" b="1">
                <a:solidFill>
                  <a:srgbClr val="043642"/>
                </a:solidFill>
                <a:latin typeface="微软雅黑" panose="020B0503020204020204" charset="-122"/>
                <a:ea typeface="微软雅黑" panose="020B0503020204020204" charset="-122"/>
              </a:rPr>
              <a:t>三废</a:t>
            </a:r>
            <a:r>
              <a:rPr lang="zh-CN" sz="3000" b="1">
                <a:solidFill>
                  <a:srgbClr val="043642"/>
                </a:solidFill>
                <a:latin typeface="微软雅黑" panose="020B0503020204020204" charset="-122"/>
                <a:ea typeface="微软雅黑" panose="020B0503020204020204" charset="-122"/>
              </a:rPr>
              <a:t>及噪声的</a:t>
            </a:r>
            <a:r>
              <a:rPr sz="3000" b="1">
                <a:solidFill>
                  <a:srgbClr val="043642"/>
                </a:solidFill>
                <a:latin typeface="微软雅黑" panose="020B0503020204020204" charset="-122"/>
                <a:ea typeface="微软雅黑" panose="020B0503020204020204" charset="-122"/>
              </a:rPr>
              <a:t>处理</a:t>
            </a:r>
            <a:endParaRPr sz="3000" b="1">
              <a:solidFill>
                <a:srgbClr val="043642"/>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1109345"/>
            <a:ext cx="5519420" cy="2493010"/>
          </a:xfrm>
          <a:custGeom>
            <a:avLst/>
            <a:gdLst>
              <a:gd name="sw" fmla="*/ 1 w 5469"/>
              <a:gd name="sh" fmla="*/ 1 h 8445"/>
              <a:gd name="mins" fmla="min sw sh"/>
              <a:gd name="dsw" fmla="+- 0 sw mins"/>
              <a:gd name="dsh" fmla="+- 0 sh mins"/>
              <a:gd name="p0x0" fmla="*/ 120 w 5469"/>
              <a:gd name="p0y0" fmla="*/ 0 h 8445"/>
              <a:gd name="p0x1" fmla="*/ 5349 w 5469"/>
              <a:gd name="p0y1" fmla="*/ 0 h 8445"/>
              <a:gd name="p0x2" fmla="*/ 5415 w 5469"/>
              <a:gd name="p0y2" fmla="*/ 0 h 8445"/>
              <a:gd name="p0x3" fmla="*/ 5469 w 5469"/>
              <a:gd name="p0y3" fmla="*/ 53 h 8445"/>
              <a:gd name="p0x4" fmla="*/ 5469 w 5469"/>
              <a:gd name="p0y4" fmla="*/ 120 h 8445"/>
              <a:gd name="p0x5" fmla="*/ 5469 w 5469"/>
              <a:gd name="p0y5" fmla="*/ 8325 h 8445"/>
              <a:gd name="p0x6" fmla="*/ 5469 w 5469"/>
              <a:gd name="p0y6" fmla="*/ 8391 h 8445"/>
              <a:gd name="p0x7" fmla="*/ 5415 w 5469"/>
              <a:gd name="p0y7" fmla="*/ 8445 h 8445"/>
              <a:gd name="p0x8" fmla="*/ 5349 w 5469"/>
              <a:gd name="p0y8" fmla="*/ 8445 h 8445"/>
              <a:gd name="p0x9" fmla="*/ 120 w 5469"/>
              <a:gd name="p0y9" fmla="*/ 8445 h 8445"/>
              <a:gd name="p0x10" fmla="*/ 53 w 5469"/>
              <a:gd name="p0y10" fmla="*/ 8445 h 8445"/>
              <a:gd name="p0x11" fmla="*/ 0 w 5469"/>
              <a:gd name="p0y11" fmla="*/ 8391 h 8445"/>
              <a:gd name="p0x12" fmla="*/ 0 w 5469"/>
              <a:gd name="p0y12" fmla="*/ 8325 h 8445"/>
              <a:gd name="p0x13" fmla="*/ 0 w 5469"/>
              <a:gd name="p0y13" fmla="*/ 120 h 8445"/>
              <a:gd name="p0x14" fmla="*/ 0 w 5469"/>
              <a:gd name="p0y14" fmla="*/ 53 h 8445"/>
              <a:gd name="p0x15" fmla="*/ 53 w 5469"/>
              <a:gd name="p0y15" fmla="*/ 0 h 8445"/>
              <a:gd name="p0x16" fmla="*/ 120 w 5469"/>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682625" y="1530985"/>
            <a:ext cx="5304155" cy="2011680"/>
          </a:xfrm>
          <a:prstGeom prst="rect">
            <a:avLst/>
          </a:prstGeom>
          <a:noFill/>
        </p:spPr>
        <p:txBody>
          <a:bodyPr wrap="square" rtlCol="0">
            <a:noAutofit/>
          </a:bodyPr>
          <a:p>
            <a:pPr indent="457200" algn="just" fontAlgn="auto" hangingPunct="0">
              <a:lnSpc>
                <a:spcPct val="14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从起始端降低废水生成，对</a:t>
            </a:r>
            <a:r>
              <a:rPr lang="en-US" altLang="zh-CN">
                <a:solidFill>
                  <a:schemeClr val="tx1"/>
                </a:solidFill>
                <a:uFillTx/>
                <a:latin typeface="Times New Roman" panose="02020603050405020304" charset="0"/>
                <a:ea typeface="华文中宋" panose="02010600040101010101" charset="-122"/>
              </a:rPr>
              <a:t>CIP</a:t>
            </a:r>
            <a:r>
              <a:rPr lang="zh-CN" altLang="en-US">
                <a:solidFill>
                  <a:schemeClr val="tx1"/>
                </a:solidFill>
                <a:uFillTx/>
                <a:latin typeface="Times New Roman" panose="02020603050405020304" charset="0"/>
                <a:ea typeface="华文中宋" panose="02010600040101010101" charset="-122"/>
              </a:rPr>
              <a:t>清洗流程进行优化，运用分区式清洗方式、回收酸碱清洗溶液。处理后的清水能够回用于地面清洁、设备初步清洗或者厂区的绿化工作，实现水资源的循环使用。定时开展排放水质监测工作，保证实现达标排放。</a:t>
            </a:r>
            <a:endParaRPr lang="zh-CN" altLang="en-US">
              <a:solidFill>
                <a:schemeClr val="tx1"/>
              </a:solidFill>
              <a:uFillTx/>
              <a:latin typeface="Times New Roman" panose="02020603050405020304" charset="0"/>
              <a:ea typeface="华文中宋" panose="02010600040101010101" charset="-122"/>
            </a:endParaRPr>
          </a:p>
        </p:txBody>
      </p:sp>
      <p:sp>
        <p:nvSpPr>
          <p:cNvPr id="36" name="任意多边形 35"/>
          <p:cNvSpPr/>
          <p:nvPr>
            <p:custDataLst>
              <p:tags r:id="rId3"/>
            </p:custDataLst>
          </p:nvPr>
        </p:nvSpPr>
        <p:spPr>
          <a:xfrm>
            <a:off x="6319520" y="1109345"/>
            <a:ext cx="5519420" cy="2493010"/>
          </a:xfrm>
          <a:custGeom>
            <a:avLst/>
            <a:gdLst>
              <a:gd name="sw" fmla="*/ 1 w 5469"/>
              <a:gd name="sh" fmla="*/ 1 h 8445"/>
              <a:gd name="mins" fmla="min sw sh"/>
              <a:gd name="dsw" fmla="+- 0 sw mins"/>
              <a:gd name="dsh" fmla="+- 0 sh mins"/>
              <a:gd name="p0x0" fmla="*/ 120 w 5469"/>
              <a:gd name="p0y0" fmla="*/ 0 h 8445"/>
              <a:gd name="p0x1" fmla="*/ 5349 w 5469"/>
              <a:gd name="p0y1" fmla="*/ 0 h 8445"/>
              <a:gd name="p0x2" fmla="*/ 5415 w 5469"/>
              <a:gd name="p0y2" fmla="*/ 0 h 8445"/>
              <a:gd name="p0x3" fmla="*/ 5469 w 5469"/>
              <a:gd name="p0y3" fmla="*/ 53 h 8445"/>
              <a:gd name="p0x4" fmla="*/ 5469 w 5469"/>
              <a:gd name="p0y4" fmla="*/ 120 h 8445"/>
              <a:gd name="p0x5" fmla="*/ 5469 w 5469"/>
              <a:gd name="p0y5" fmla="*/ 8325 h 8445"/>
              <a:gd name="p0x6" fmla="*/ 5469 w 5469"/>
              <a:gd name="p0y6" fmla="*/ 8391 h 8445"/>
              <a:gd name="p0x7" fmla="*/ 5415 w 5469"/>
              <a:gd name="p0y7" fmla="*/ 8445 h 8445"/>
              <a:gd name="p0x8" fmla="*/ 5349 w 5469"/>
              <a:gd name="p0y8" fmla="*/ 8445 h 8445"/>
              <a:gd name="p0x9" fmla="*/ 120 w 5469"/>
              <a:gd name="p0y9" fmla="*/ 8445 h 8445"/>
              <a:gd name="p0x10" fmla="*/ 53 w 5469"/>
              <a:gd name="p0y10" fmla="*/ 8445 h 8445"/>
              <a:gd name="p0x11" fmla="*/ 0 w 5469"/>
              <a:gd name="p0y11" fmla="*/ 8391 h 8445"/>
              <a:gd name="p0x12" fmla="*/ 0 w 5469"/>
              <a:gd name="p0y12" fmla="*/ 8325 h 8445"/>
              <a:gd name="p0x13" fmla="*/ 0 w 5469"/>
              <a:gd name="p0y13" fmla="*/ 120 h 8445"/>
              <a:gd name="p0x14" fmla="*/ 0 w 5469"/>
              <a:gd name="p0y14" fmla="*/ 53 h 8445"/>
              <a:gd name="p0x15" fmla="*/ 53 w 5469"/>
              <a:gd name="p0y15" fmla="*/ 0 h 8445"/>
              <a:gd name="p0x16" fmla="*/ 120 w 5469"/>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任意多边形 36"/>
          <p:cNvSpPr/>
          <p:nvPr>
            <p:custDataLst>
              <p:tags r:id="rId4"/>
            </p:custDataLst>
          </p:nvPr>
        </p:nvSpPr>
        <p:spPr>
          <a:xfrm>
            <a:off x="575945" y="3797300"/>
            <a:ext cx="5519420" cy="2553970"/>
          </a:xfrm>
          <a:custGeom>
            <a:avLst/>
            <a:gdLst>
              <a:gd name="sw" fmla="*/ 1 w 5469"/>
              <a:gd name="sh" fmla="*/ 1 h 8445"/>
              <a:gd name="mins" fmla="min sw sh"/>
              <a:gd name="dsw" fmla="+- 0 sw mins"/>
              <a:gd name="dsh" fmla="+- 0 sh mins"/>
              <a:gd name="p0x0" fmla="*/ 120 w 5469"/>
              <a:gd name="p0y0" fmla="*/ 0 h 8445"/>
              <a:gd name="p0x1" fmla="*/ 5349 w 5469"/>
              <a:gd name="p0y1" fmla="*/ 0 h 8445"/>
              <a:gd name="p0x2" fmla="*/ 5415 w 5469"/>
              <a:gd name="p0y2" fmla="*/ 0 h 8445"/>
              <a:gd name="p0x3" fmla="*/ 5469 w 5469"/>
              <a:gd name="p0y3" fmla="*/ 53 h 8445"/>
              <a:gd name="p0x4" fmla="*/ 5469 w 5469"/>
              <a:gd name="p0y4" fmla="*/ 120 h 8445"/>
              <a:gd name="p0x5" fmla="*/ 5469 w 5469"/>
              <a:gd name="p0y5" fmla="*/ 8325 h 8445"/>
              <a:gd name="p0x6" fmla="*/ 5469 w 5469"/>
              <a:gd name="p0y6" fmla="*/ 8391 h 8445"/>
              <a:gd name="p0x7" fmla="*/ 5415 w 5469"/>
              <a:gd name="p0y7" fmla="*/ 8445 h 8445"/>
              <a:gd name="p0x8" fmla="*/ 5349 w 5469"/>
              <a:gd name="p0y8" fmla="*/ 8445 h 8445"/>
              <a:gd name="p0x9" fmla="*/ 120 w 5469"/>
              <a:gd name="p0y9" fmla="*/ 8445 h 8445"/>
              <a:gd name="p0x10" fmla="*/ 53 w 5469"/>
              <a:gd name="p0y10" fmla="*/ 8445 h 8445"/>
              <a:gd name="p0x11" fmla="*/ 0 w 5469"/>
              <a:gd name="p0y11" fmla="*/ 8391 h 8445"/>
              <a:gd name="p0x12" fmla="*/ 0 w 5469"/>
              <a:gd name="p0y12" fmla="*/ 8325 h 8445"/>
              <a:gd name="p0x13" fmla="*/ 0 w 5469"/>
              <a:gd name="p0y13" fmla="*/ 120 h 8445"/>
              <a:gd name="p0x14" fmla="*/ 0 w 5469"/>
              <a:gd name="p0y14" fmla="*/ 53 h 8445"/>
              <a:gd name="p0x15" fmla="*/ 53 w 5469"/>
              <a:gd name="p0y15" fmla="*/ 0 h 8445"/>
              <a:gd name="p0x16" fmla="*/ 120 w 5469"/>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任意多边形 37"/>
          <p:cNvSpPr/>
          <p:nvPr>
            <p:custDataLst>
              <p:tags r:id="rId5"/>
            </p:custDataLst>
          </p:nvPr>
        </p:nvSpPr>
        <p:spPr>
          <a:xfrm>
            <a:off x="6319520" y="3797300"/>
            <a:ext cx="5519420" cy="2553970"/>
          </a:xfrm>
          <a:custGeom>
            <a:avLst/>
            <a:gdLst>
              <a:gd name="sw" fmla="*/ 1 w 5469"/>
              <a:gd name="sh" fmla="*/ 1 h 8445"/>
              <a:gd name="mins" fmla="min sw sh"/>
              <a:gd name="dsw" fmla="+- 0 sw mins"/>
              <a:gd name="dsh" fmla="+- 0 sh mins"/>
              <a:gd name="p0x0" fmla="*/ 120 w 5469"/>
              <a:gd name="p0y0" fmla="*/ 0 h 8445"/>
              <a:gd name="p0x1" fmla="*/ 5349 w 5469"/>
              <a:gd name="p0y1" fmla="*/ 0 h 8445"/>
              <a:gd name="p0x2" fmla="*/ 5415 w 5469"/>
              <a:gd name="p0y2" fmla="*/ 0 h 8445"/>
              <a:gd name="p0x3" fmla="*/ 5469 w 5469"/>
              <a:gd name="p0y3" fmla="*/ 53 h 8445"/>
              <a:gd name="p0x4" fmla="*/ 5469 w 5469"/>
              <a:gd name="p0y4" fmla="*/ 120 h 8445"/>
              <a:gd name="p0x5" fmla="*/ 5469 w 5469"/>
              <a:gd name="p0y5" fmla="*/ 8325 h 8445"/>
              <a:gd name="p0x6" fmla="*/ 5469 w 5469"/>
              <a:gd name="p0y6" fmla="*/ 8391 h 8445"/>
              <a:gd name="p0x7" fmla="*/ 5415 w 5469"/>
              <a:gd name="p0y7" fmla="*/ 8445 h 8445"/>
              <a:gd name="p0x8" fmla="*/ 5349 w 5469"/>
              <a:gd name="p0y8" fmla="*/ 8445 h 8445"/>
              <a:gd name="p0x9" fmla="*/ 120 w 5469"/>
              <a:gd name="p0y9" fmla="*/ 8445 h 8445"/>
              <a:gd name="p0x10" fmla="*/ 53 w 5469"/>
              <a:gd name="p0y10" fmla="*/ 8445 h 8445"/>
              <a:gd name="p0x11" fmla="*/ 0 w 5469"/>
              <a:gd name="p0y11" fmla="*/ 8391 h 8445"/>
              <a:gd name="p0x12" fmla="*/ 0 w 5469"/>
              <a:gd name="p0y12" fmla="*/ 8325 h 8445"/>
              <a:gd name="p0x13" fmla="*/ 0 w 5469"/>
              <a:gd name="p0y13" fmla="*/ 120 h 8445"/>
              <a:gd name="p0x14" fmla="*/ 0 w 5469"/>
              <a:gd name="p0y14" fmla="*/ 53 h 8445"/>
              <a:gd name="p0x15" fmla="*/ 53 w 5469"/>
              <a:gd name="p0y15" fmla="*/ 0 h 8445"/>
              <a:gd name="p0x16" fmla="*/ 120 w 5469"/>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文本框 38"/>
          <p:cNvSpPr txBox="1"/>
          <p:nvPr/>
        </p:nvSpPr>
        <p:spPr>
          <a:xfrm>
            <a:off x="6426835" y="1530985"/>
            <a:ext cx="5304155" cy="2011680"/>
          </a:xfrm>
          <a:prstGeom prst="rect">
            <a:avLst/>
          </a:prstGeom>
          <a:noFill/>
        </p:spPr>
        <p:txBody>
          <a:bodyPr wrap="square" rtlCol="0">
            <a:noAutofit/>
          </a:bodyPr>
          <a:p>
            <a:pPr indent="457200" algn="just" fontAlgn="auto" hangingPunct="0">
              <a:lnSpc>
                <a:spcPct val="17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针对发酵环节以及车间配套的废水处理池开展定向源头管控并确定密闭负压收集及活性炭吸附的协同治理路径。针对氨气、硫化氢等恶臭气体，通过填充高碘值活性炭的吸附阵列实施物理拦截。</a:t>
            </a:r>
            <a:endParaRPr lang="zh-CN" altLang="en-US">
              <a:solidFill>
                <a:schemeClr val="tx1"/>
              </a:solidFill>
              <a:uFillTx/>
              <a:latin typeface="Times New Roman" panose="02020603050405020304" charset="0"/>
              <a:ea typeface="华文中宋" panose="02010600040101010101" charset="-122"/>
            </a:endParaRPr>
          </a:p>
        </p:txBody>
      </p:sp>
      <p:sp>
        <p:nvSpPr>
          <p:cNvPr id="40" name="文本框 39"/>
          <p:cNvSpPr txBox="1"/>
          <p:nvPr/>
        </p:nvSpPr>
        <p:spPr>
          <a:xfrm>
            <a:off x="682625" y="4341495"/>
            <a:ext cx="5304155" cy="2010410"/>
          </a:xfrm>
          <a:prstGeom prst="rect">
            <a:avLst/>
          </a:prstGeom>
          <a:noFill/>
        </p:spPr>
        <p:txBody>
          <a:bodyPr wrap="square" rtlCol="0">
            <a:noAutofit/>
          </a:bodyPr>
          <a:p>
            <a:pPr indent="457200" algn="just" fontAlgn="auto" hangingPunct="0">
              <a:lnSpc>
                <a:spcPct val="14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蓝莓果渣中含有丰富的膳食纤维与花青素，能够提取果胶、多酚，也能加工成饲料添加剂，实现高值化利用。对难以利用的废渣开展无害化处置，例如通过堆肥发酵来制备有机肥料。污泥完成脱水后与废渣一同进行处置，防止二次污染。</a:t>
            </a:r>
            <a:endParaRPr lang="zh-CN" altLang="en-US">
              <a:solidFill>
                <a:schemeClr val="tx1"/>
              </a:solidFill>
              <a:uFillTx/>
              <a:latin typeface="Times New Roman" panose="02020603050405020304" charset="0"/>
              <a:ea typeface="华文中宋" panose="02010600040101010101" charset="-122"/>
            </a:endParaRPr>
          </a:p>
        </p:txBody>
      </p:sp>
      <p:sp>
        <p:nvSpPr>
          <p:cNvPr id="41" name="文本框 40"/>
          <p:cNvSpPr txBox="1"/>
          <p:nvPr/>
        </p:nvSpPr>
        <p:spPr>
          <a:xfrm>
            <a:off x="6426835" y="4289425"/>
            <a:ext cx="5304155" cy="2010410"/>
          </a:xfrm>
          <a:prstGeom prst="rect">
            <a:avLst/>
          </a:prstGeom>
          <a:noFill/>
        </p:spPr>
        <p:txBody>
          <a:bodyPr wrap="square" rtlCol="0">
            <a:noAutofit/>
          </a:bodyPr>
          <a:p>
            <a:pPr indent="457200" algn="just" fontAlgn="auto" hangingPunct="0">
              <a:lnSpc>
                <a:spcPct val="14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高噪音设备集中安置于车间的中心地带，</a:t>
            </a:r>
            <a:r>
              <a:rPr lang="zh-CN" altLang="en-US" b="1">
                <a:solidFill>
                  <a:schemeClr val="tx1"/>
                </a:solidFill>
                <a:uFillTx/>
                <a:latin typeface="Times New Roman" panose="02020603050405020304" charset="0"/>
                <a:ea typeface="华文中宋" panose="02010600040101010101" charset="-122"/>
              </a:rPr>
              <a:t>通过墙体、隔音板以及吸声材料来阻断传播</a:t>
            </a:r>
            <a:r>
              <a:rPr lang="zh-CN" altLang="en-US">
                <a:solidFill>
                  <a:schemeClr val="tx1"/>
                </a:solidFill>
                <a:uFillTx/>
                <a:latin typeface="Times New Roman" panose="02020603050405020304" charset="0"/>
                <a:ea typeface="华文中宋" panose="02010600040101010101" charset="-122"/>
              </a:rPr>
              <a:t>。车间的门窗运用密封隔音构造，降低噪声向外泄漏。定时运用噪声检测仪开展监测工作，保证昼间噪声数值与标准相符。</a:t>
            </a:r>
            <a:r>
              <a:rPr lang="zh-CN" altLang="en-US" b="1">
                <a:solidFill>
                  <a:schemeClr val="tx1"/>
                </a:solidFill>
                <a:uFillTx/>
                <a:latin typeface="Times New Roman" panose="02020603050405020304" charset="0"/>
                <a:ea typeface="华文中宋" panose="02010600040101010101" charset="-122"/>
              </a:rPr>
              <a:t>作业人员佩戴耳塞，维护职业健康｡</a:t>
            </a:r>
            <a:endParaRPr lang="zh-CN" altLang="en-US" b="1">
              <a:solidFill>
                <a:schemeClr val="tx1"/>
              </a:solidFill>
              <a:uFillTx/>
              <a:latin typeface="Times New Roman" panose="02020603050405020304" charset="0"/>
              <a:ea typeface="华文中宋" panose="02010600040101010101" charset="-122"/>
            </a:endParaRPr>
          </a:p>
        </p:txBody>
      </p:sp>
      <p:sp>
        <p:nvSpPr>
          <p:cNvPr id="42" name="文本框 41"/>
          <p:cNvSpPr txBox="1"/>
          <p:nvPr/>
        </p:nvSpPr>
        <p:spPr>
          <a:xfrm>
            <a:off x="682625" y="1189990"/>
            <a:ext cx="3298825" cy="368300"/>
          </a:xfrm>
          <a:prstGeom prst="rect">
            <a:avLst/>
          </a:prstGeom>
          <a:noFill/>
        </p:spPr>
        <p:txBody>
          <a:bodyPr wrap="square" rtlCol="0">
            <a:spAutoFit/>
          </a:bodyPr>
          <a:p>
            <a:r>
              <a:rPr lang="zh-CN" altLang="en-US" b="1">
                <a:latin typeface="华文中宋" panose="02010600040101010101" charset="-122"/>
                <a:ea typeface="华文中宋" panose="02010600040101010101" charset="-122"/>
              </a:rPr>
              <a:t>废水的处理</a:t>
            </a:r>
            <a:endParaRPr lang="zh-CN" altLang="en-US" b="1">
              <a:latin typeface="华文中宋" panose="02010600040101010101" charset="-122"/>
              <a:ea typeface="华文中宋" panose="02010600040101010101" charset="-122"/>
            </a:endParaRPr>
          </a:p>
        </p:txBody>
      </p:sp>
      <p:sp>
        <p:nvSpPr>
          <p:cNvPr id="43" name="文本框 42"/>
          <p:cNvSpPr txBox="1"/>
          <p:nvPr/>
        </p:nvSpPr>
        <p:spPr>
          <a:xfrm>
            <a:off x="6426835" y="1190625"/>
            <a:ext cx="3298825" cy="368300"/>
          </a:xfrm>
          <a:prstGeom prst="rect">
            <a:avLst/>
          </a:prstGeom>
          <a:noFill/>
        </p:spPr>
        <p:txBody>
          <a:bodyPr wrap="square" rtlCol="0">
            <a:spAutoFit/>
          </a:bodyPr>
          <a:p>
            <a:r>
              <a:rPr lang="zh-CN" altLang="en-US" b="1">
                <a:latin typeface="华文中宋" panose="02010600040101010101" charset="-122"/>
                <a:ea typeface="华文中宋" panose="02010600040101010101" charset="-122"/>
              </a:rPr>
              <a:t>废</a:t>
            </a:r>
            <a:r>
              <a:rPr lang="zh-CN" altLang="en-US" b="1">
                <a:latin typeface="华文中宋" panose="02010600040101010101" charset="-122"/>
                <a:ea typeface="华文中宋" panose="02010600040101010101" charset="-122"/>
              </a:rPr>
              <a:t>气的处理</a:t>
            </a:r>
            <a:endParaRPr lang="zh-CN" altLang="en-US" b="1">
              <a:latin typeface="华文中宋" panose="02010600040101010101" charset="-122"/>
              <a:ea typeface="华文中宋" panose="02010600040101010101" charset="-122"/>
            </a:endParaRPr>
          </a:p>
        </p:txBody>
      </p:sp>
      <p:sp>
        <p:nvSpPr>
          <p:cNvPr id="44" name="文本框 43"/>
          <p:cNvSpPr txBox="1"/>
          <p:nvPr/>
        </p:nvSpPr>
        <p:spPr>
          <a:xfrm>
            <a:off x="682625" y="3921125"/>
            <a:ext cx="3298825" cy="368300"/>
          </a:xfrm>
          <a:prstGeom prst="rect">
            <a:avLst/>
          </a:prstGeom>
          <a:noFill/>
        </p:spPr>
        <p:txBody>
          <a:bodyPr wrap="square" rtlCol="0">
            <a:spAutoFit/>
          </a:bodyPr>
          <a:p>
            <a:r>
              <a:rPr lang="zh-CN" altLang="en-US" b="1">
                <a:latin typeface="华文中宋" panose="02010600040101010101" charset="-122"/>
                <a:ea typeface="华文中宋" panose="02010600040101010101" charset="-122"/>
              </a:rPr>
              <a:t>废</a:t>
            </a:r>
            <a:r>
              <a:rPr lang="zh-CN" altLang="en-US" b="1">
                <a:latin typeface="华文中宋" panose="02010600040101010101" charset="-122"/>
                <a:ea typeface="华文中宋" panose="02010600040101010101" charset="-122"/>
              </a:rPr>
              <a:t>渣的处理</a:t>
            </a:r>
            <a:endParaRPr lang="zh-CN" altLang="en-US" b="1">
              <a:latin typeface="华文中宋" panose="02010600040101010101" charset="-122"/>
              <a:ea typeface="华文中宋" panose="02010600040101010101" charset="-122"/>
            </a:endParaRPr>
          </a:p>
        </p:txBody>
      </p:sp>
      <p:sp>
        <p:nvSpPr>
          <p:cNvPr id="45" name="文本框 44"/>
          <p:cNvSpPr txBox="1"/>
          <p:nvPr/>
        </p:nvSpPr>
        <p:spPr>
          <a:xfrm>
            <a:off x="6426835" y="3921125"/>
            <a:ext cx="3298825" cy="368300"/>
          </a:xfrm>
          <a:prstGeom prst="rect">
            <a:avLst/>
          </a:prstGeom>
          <a:noFill/>
        </p:spPr>
        <p:txBody>
          <a:bodyPr wrap="square" rtlCol="0">
            <a:spAutoFit/>
          </a:bodyPr>
          <a:p>
            <a:r>
              <a:rPr lang="zh-CN" altLang="en-US" b="1">
                <a:latin typeface="华文中宋" panose="02010600040101010101" charset="-122"/>
                <a:ea typeface="华文中宋" panose="02010600040101010101" charset="-122"/>
              </a:rPr>
              <a:t>噪声的处理</a:t>
            </a:r>
            <a:endParaRPr lang="zh-CN" altLang="en-US" b="1">
              <a:latin typeface="华文中宋" panose="02010600040101010101" charset="-122"/>
              <a:ea typeface="华文中宋" panose="0201060004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idx="16388"/>
            <p:custDataLst>
              <p:tags r:id="rId1"/>
            </p:custDataLst>
          </p:nvPr>
        </p:nvSpPr>
        <p:spPr/>
        <p:txBody>
          <a:bodyPr>
            <a:normAutofit/>
          </a:bodyPr>
          <a:p>
            <a:r>
              <a:rPr lang="zh-CN" altLang="en-US"/>
              <a:t>车间成本核算</a:t>
            </a:r>
            <a:endParaRPr lang="zh-CN" altLang="en-US"/>
          </a:p>
        </p:txBody>
      </p:sp>
      <p:sp>
        <p:nvSpPr>
          <p:cNvPr id="3" name="文本占位符 15"/>
          <p:cNvSpPr>
            <a:spLocks noGrp="1"/>
          </p:cNvSpPr>
          <p:nvPr>
            <p:ph type="body" idx="16389"/>
            <p:custDataLst>
              <p:tags r:id="rId2"/>
            </p:custDataLst>
          </p:nvPr>
        </p:nvSpPr>
        <p:spPr/>
        <p:txBody>
          <a:bodyPr/>
          <a:p>
            <a:r>
              <a:rPr lang="en-US" altLang="en-US"/>
              <a:t>05</a:t>
            </a:r>
            <a:endParaRPr lang="en-US" altLang="en-US"/>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2886710" cy="500380"/>
          </a:xfrm>
          <a:prstGeom prst="rect">
            <a:avLst/>
          </a:prstGeom>
          <a:noFill/>
        </p:spPr>
        <p:txBody>
          <a:bodyPr wrap="square" lIns="0" tIns="0" rIns="0" bIns="0" rtlCol="0" anchor="t">
            <a:noAutofit/>
          </a:bodyPr>
          <a:p>
            <a:pPr algn="l">
              <a:lnSpc>
                <a:spcPct val="100000"/>
              </a:lnSpc>
            </a:pPr>
            <a:r>
              <a:rPr lang="zh-CN" sz="3000" b="1">
                <a:solidFill>
                  <a:srgbClr val="043642"/>
                </a:solidFill>
                <a:latin typeface="微软雅黑" panose="020B0503020204020204" charset="-122"/>
                <a:ea typeface="微软雅黑" panose="020B0503020204020204" charset="-122"/>
              </a:rPr>
              <a:t>总</a:t>
            </a:r>
            <a:r>
              <a:rPr sz="3000" b="1">
                <a:solidFill>
                  <a:srgbClr val="043642"/>
                </a:solidFill>
                <a:latin typeface="微软雅黑" panose="020B0503020204020204" charset="-122"/>
                <a:ea typeface="微软雅黑" panose="020B0503020204020204" charset="-122"/>
              </a:rPr>
              <a:t>成本</a:t>
            </a:r>
            <a:r>
              <a:rPr lang="zh-CN" sz="3000" b="1">
                <a:solidFill>
                  <a:srgbClr val="043642"/>
                </a:solidFill>
                <a:latin typeface="微软雅黑" panose="020B0503020204020204" charset="-122"/>
                <a:ea typeface="微软雅黑" panose="020B0503020204020204" charset="-122"/>
              </a:rPr>
              <a:t>核算</a:t>
            </a:r>
            <a:endParaRPr lang="zh-CN"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31" name="表格 30"/>
          <p:cNvGraphicFramePr/>
          <p:nvPr/>
        </p:nvGraphicFramePr>
        <p:xfrm>
          <a:off x="856615" y="1532255"/>
          <a:ext cx="10480040" cy="2753360"/>
        </p:xfrm>
        <a:graphic>
          <a:graphicData uri="http://schemas.openxmlformats.org/drawingml/2006/table">
            <a:tbl>
              <a:tblPr/>
              <a:tblGrid>
                <a:gridCol w="3491230"/>
                <a:gridCol w="3493135"/>
                <a:gridCol w="3495675"/>
              </a:tblGrid>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序号</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成本名称</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金额（万元）</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原辅料成本</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1047.675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包材成本</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264.52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水电汽成本</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15.045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4</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人力成本</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180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折旧维修成本</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31.64</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6</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车间场地费用</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7.62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总计</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1546.5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32" name="文本框 31"/>
          <p:cNvSpPr txBox="1"/>
          <p:nvPr/>
        </p:nvSpPr>
        <p:spPr>
          <a:xfrm>
            <a:off x="4373245" y="1163955"/>
            <a:ext cx="3446145"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车间年总成本核算表</a:t>
            </a:r>
            <a:endParaRPr lang="zh-CN" altLang="en-US">
              <a:latin typeface="华文中宋" panose="02010600040101010101" charset="-122"/>
              <a:ea typeface="华文中宋" panose="02010600040101010101" charset="-122"/>
            </a:endParaRPr>
          </a:p>
        </p:txBody>
      </p:sp>
      <p:sp>
        <p:nvSpPr>
          <p:cNvPr id="33" name="文本框 32"/>
          <p:cNvSpPr txBox="1"/>
          <p:nvPr/>
        </p:nvSpPr>
        <p:spPr>
          <a:xfrm>
            <a:off x="942975" y="4445635"/>
            <a:ext cx="10452100" cy="1833245"/>
          </a:xfrm>
          <a:prstGeom prst="rect">
            <a:avLst/>
          </a:prstGeom>
          <a:noFill/>
        </p:spPr>
        <p:txBody>
          <a:bodyPr wrap="square" rtlCol="0">
            <a:noAutofit/>
          </a:bodyPr>
          <a:p>
            <a:pPr indent="457200" algn="just" fontAlgn="auto">
              <a:lnSpc>
                <a:spcPct val="20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每瓶蓝莓酸奶重量为0.25</a:t>
            </a:r>
            <a:r>
              <a:rPr lang="en-US" altLang="zh-CN">
                <a:solidFill>
                  <a:schemeClr val="tx1"/>
                </a:solidFill>
                <a:uFillTx/>
                <a:latin typeface="Times New Roman" panose="02020603050405020304" charset="0"/>
                <a:ea typeface="华文中宋" panose="02010600040101010101" charset="-122"/>
              </a:rPr>
              <a:t>kg，</a:t>
            </a:r>
            <a:r>
              <a:rPr lang="zh-CN" altLang="en-US">
                <a:solidFill>
                  <a:schemeClr val="tx1"/>
                </a:solidFill>
                <a:uFillTx/>
                <a:latin typeface="Times New Roman" panose="02020603050405020304" charset="0"/>
                <a:ea typeface="华文中宋" panose="02010600040101010101" charset="-122"/>
              </a:rPr>
              <a:t>则理论年产量为1000000</a:t>
            </a:r>
            <a:r>
              <a:rPr lang="en-US" altLang="zh-CN">
                <a:solidFill>
                  <a:schemeClr val="tx1"/>
                </a:solidFill>
                <a:uFillTx/>
                <a:latin typeface="Times New Roman" panose="02020603050405020304" charset="0"/>
                <a:ea typeface="华文中宋" panose="02010600040101010101" charset="-122"/>
              </a:rPr>
              <a:t>kg÷0.25kg=4000000</a:t>
            </a:r>
            <a:r>
              <a:rPr lang="zh-CN" altLang="en-US">
                <a:solidFill>
                  <a:schemeClr val="tx1"/>
                </a:solidFill>
                <a:uFillTx/>
                <a:latin typeface="Times New Roman" panose="02020603050405020304" charset="0"/>
                <a:ea typeface="华文中宋" panose="02010600040101010101" charset="-122"/>
              </a:rPr>
              <a:t>瓶。</a:t>
            </a:r>
            <a:r>
              <a:rPr lang="zh-CN" altLang="en-US" b="1">
                <a:solidFill>
                  <a:schemeClr val="tx1"/>
                </a:solidFill>
                <a:uFillTx/>
                <a:latin typeface="Times New Roman" panose="02020603050405020304" charset="0"/>
                <a:ea typeface="华文中宋" panose="02010600040101010101" charset="-122"/>
              </a:rPr>
              <a:t>平均每瓶酸奶的成本为1546.5万元÷400万瓶≈3.9元/瓶</a:t>
            </a:r>
            <a:r>
              <a:rPr lang="zh-CN" altLang="en-US">
                <a:solidFill>
                  <a:schemeClr val="tx1"/>
                </a:solidFill>
                <a:uFillTx/>
                <a:latin typeface="Times New Roman" panose="02020603050405020304" charset="0"/>
                <a:ea typeface="华文中宋" panose="02010600040101010101" charset="-122"/>
              </a:rPr>
              <a:t>，出厂价定为5元/瓶，</a:t>
            </a:r>
            <a:r>
              <a:rPr lang="zh-CN" altLang="en-US" b="1">
                <a:solidFill>
                  <a:schemeClr val="tx1"/>
                </a:solidFill>
                <a:uFillTx/>
                <a:latin typeface="Times New Roman" panose="02020603050405020304" charset="0"/>
                <a:ea typeface="华文中宋" panose="02010600040101010101" charset="-122"/>
              </a:rPr>
              <a:t>年利润为（5-3.9）元×400万瓶=440万元</a:t>
            </a:r>
            <a:r>
              <a:rPr lang="zh-CN" altLang="en-US">
                <a:solidFill>
                  <a:schemeClr val="tx1"/>
                </a:solidFill>
                <a:uFillTx/>
                <a:latin typeface="Times New Roman" panose="02020603050405020304" charset="0"/>
                <a:ea typeface="华文中宋" panose="02010600040101010101" charset="-122"/>
              </a:rPr>
              <a:t>，</a:t>
            </a:r>
            <a:r>
              <a:rPr lang="zh-CN" altLang="en-US" b="1">
                <a:solidFill>
                  <a:schemeClr val="tx1"/>
                </a:solidFill>
                <a:uFillTx/>
                <a:latin typeface="Times New Roman" panose="02020603050405020304" charset="0"/>
                <a:ea typeface="华文中宋" panose="02010600040101010101" charset="-122"/>
              </a:rPr>
              <a:t>回本周期为1549.03万元÷440万元≈3.52年。</a:t>
            </a:r>
            <a:endParaRPr lang="zh-CN" altLang="en-US" b="1">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390900" cy="500380"/>
          </a:xfrm>
          <a:prstGeom prst="rect">
            <a:avLst/>
          </a:prstGeom>
          <a:noFill/>
        </p:spPr>
        <p:txBody>
          <a:bodyPr wrap="square" lIns="0" tIns="0" rIns="0" bIns="0" rtlCol="0" anchor="t">
            <a:noAutofit/>
          </a:bodyPr>
          <a:p>
            <a:pPr algn="l">
              <a:lnSpc>
                <a:spcPct val="100000"/>
              </a:lnSpc>
            </a:pPr>
            <a:r>
              <a:rPr sz="3000" b="1">
                <a:solidFill>
                  <a:srgbClr val="043642"/>
                </a:solidFill>
                <a:latin typeface="微软雅黑" panose="020B0503020204020204" charset="-122"/>
                <a:ea typeface="微软雅黑" panose="020B0503020204020204" charset="-122"/>
              </a:rPr>
              <a:t>结论</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文本框 44"/>
          <p:cNvSpPr txBox="1"/>
          <p:nvPr/>
        </p:nvSpPr>
        <p:spPr>
          <a:xfrm>
            <a:off x="734695" y="1276985"/>
            <a:ext cx="10660380" cy="4948555"/>
          </a:xfrm>
          <a:prstGeom prst="rect">
            <a:avLst/>
          </a:prstGeom>
          <a:noFill/>
        </p:spPr>
        <p:txBody>
          <a:bodyPr wrap="square" rtlCol="0">
            <a:noAutofit/>
          </a:bodyPr>
          <a:p>
            <a:pPr indent="558800" algn="just" fontAlgn="auto">
              <a:lnSpc>
                <a:spcPct val="180000"/>
              </a:lnSpc>
              <a:extLst>
                <a:ext uri="{35155182-B16C-46BC-9424-99874614C6A1}">
                  <wpsdc:indentchars xmlns:wpsdc="http://www.wps.cn/officeDocument/2017/drawingmlCustomData" val="200" checksum="1956455923"/>
                </a:ext>
              </a:extLst>
            </a:pPr>
            <a:r>
              <a:rPr lang="zh-CN" altLang="en-US" sz="2200">
                <a:solidFill>
                  <a:schemeClr val="tx1"/>
                </a:solidFill>
                <a:uFillTx/>
                <a:latin typeface="Times New Roman" panose="02020603050405020304" charset="0"/>
                <a:ea typeface="华文中宋" panose="02010600040101010101" charset="-122"/>
              </a:rPr>
              <a:t>本文完成了年产1000吨蓝莓酸奶生产车间的工艺设计、设备选型、物料衡算及成本核算。车间年工作300天，每天一班，班产3.5吨。</a:t>
            </a:r>
            <a:r>
              <a:rPr lang="zh-CN" altLang="en-US" sz="2200" b="1">
                <a:solidFill>
                  <a:schemeClr val="tx1"/>
                </a:solidFill>
                <a:uFillTx/>
                <a:latin typeface="Times New Roman" panose="02020603050405020304" charset="0"/>
                <a:ea typeface="华文中宋" panose="02010600040101010101" charset="-122"/>
              </a:rPr>
              <a:t>车间设备投资为131.65万元，年总成本为1546.5万元，年产值为2000万元，年利润为</a:t>
            </a:r>
            <a:r>
              <a:rPr lang="en-US" altLang="zh-CN" sz="2200" b="1">
                <a:solidFill>
                  <a:schemeClr val="tx1"/>
                </a:solidFill>
                <a:uFillTx/>
                <a:latin typeface="Times New Roman" panose="02020603050405020304" charset="0"/>
                <a:ea typeface="华文中宋" panose="02010600040101010101" charset="-122"/>
                <a:cs typeface="Times New Roman" panose="02020603050405020304" charset="0"/>
              </a:rPr>
              <a:t>440</a:t>
            </a:r>
            <a:r>
              <a:rPr lang="zh-CN" altLang="en-US" sz="2200" b="1">
                <a:solidFill>
                  <a:schemeClr val="tx1"/>
                </a:solidFill>
                <a:uFillTx/>
                <a:latin typeface="Times New Roman" panose="02020603050405020304" charset="0"/>
                <a:ea typeface="华文中宋" panose="02010600040101010101" charset="-122"/>
              </a:rPr>
              <a:t>万元，投资回收期为3.52年。</a:t>
            </a:r>
            <a:r>
              <a:rPr lang="zh-CN" altLang="en-US" sz="2200">
                <a:solidFill>
                  <a:schemeClr val="tx1"/>
                </a:solidFill>
                <a:uFillTx/>
                <a:latin typeface="Times New Roman" panose="02020603050405020304" charset="0"/>
                <a:ea typeface="华文中宋" panose="02010600040101010101" charset="-122"/>
              </a:rPr>
              <a:t>车间选址贵州麻江县，原料供应充足，工艺流程合理，环保措施完善，项目具备良好的经济效益和可行性。</a:t>
            </a:r>
            <a:endParaRPr lang="zh-CN" altLang="en-US" sz="2200">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2990850" cy="500380"/>
          </a:xfrm>
          <a:prstGeom prst="rect">
            <a:avLst/>
          </a:prstGeom>
          <a:noFill/>
        </p:spPr>
        <p:txBody>
          <a:bodyPr wrap="square" lIns="0" tIns="0" rIns="0" bIns="0" rtlCol="0" anchor="t">
            <a:noAutofit/>
          </a:bodyPr>
          <a:p>
            <a:pPr algn="l">
              <a:lnSpc>
                <a:spcPct val="100000"/>
              </a:lnSpc>
            </a:pPr>
            <a:r>
              <a:rPr sz="3000" b="1">
                <a:solidFill>
                  <a:srgbClr val="043642"/>
                </a:solidFill>
                <a:latin typeface="微软雅黑" panose="020B0503020204020204" charset="-122"/>
                <a:ea typeface="微软雅黑" panose="020B0503020204020204" charset="-122"/>
              </a:rPr>
              <a:t>参考文献</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文本框 48"/>
          <p:cNvSpPr txBox="1"/>
          <p:nvPr/>
        </p:nvSpPr>
        <p:spPr>
          <a:xfrm>
            <a:off x="656590" y="1207770"/>
            <a:ext cx="10833735" cy="5140325"/>
          </a:xfrm>
          <a:prstGeom prst="rect">
            <a:avLst/>
          </a:prstGeom>
          <a:noFill/>
        </p:spPr>
        <p:txBody>
          <a:bodyPr wrap="square" rtlCol="0">
            <a:noAutofit/>
          </a:bodyPr>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 周倩,王海波,邓金玲,等.蓝莓产业发展现状、加工瓶颈及可持续发展路径研究[</a:t>
            </a:r>
            <a:r>
              <a:rPr lang="en-US" altLang="zh-CN">
                <a:solidFill>
                  <a:schemeClr val="tx1"/>
                </a:solidFill>
                <a:uFillTx/>
                <a:latin typeface="Times New Roman" panose="02020603050405020304" charset="0"/>
                <a:ea typeface="华文中宋" panose="02010600040101010101" charset="-122"/>
              </a:rPr>
              <a:t>J/OL].</a:t>
            </a:r>
            <a:r>
              <a:rPr lang="zh-CN" altLang="en-US">
                <a:solidFill>
                  <a:schemeClr val="tx1"/>
                </a:solidFill>
                <a:uFillTx/>
                <a:latin typeface="Times New Roman" panose="02020603050405020304" charset="0"/>
                <a:ea typeface="华文中宋" panose="02010600040101010101" charset="-122"/>
              </a:rPr>
              <a:t>吉林农业大学学报,1-</a:t>
            </a:r>
            <a:r>
              <a:rPr lang="en-US" altLang="zh-CN">
                <a:solidFill>
                  <a:schemeClr val="tx1"/>
                </a:solidFill>
                <a:uFillTx/>
                <a:latin typeface="Times New Roman" panose="02020603050405020304" charset="0"/>
                <a:ea typeface="华文中宋" panose="02010600040101010101" charset="-122"/>
              </a:rPr>
              <a:t>	</a:t>
            </a:r>
            <a:r>
              <a:rPr lang="zh-CN" altLang="en-US">
                <a:solidFill>
                  <a:schemeClr val="tx1"/>
                </a:solidFill>
                <a:uFillTx/>
                <a:latin typeface="Times New Roman" panose="02020603050405020304" charset="0"/>
                <a:ea typeface="华文中宋" panose="02010600040101010101" charset="-122"/>
              </a:rPr>
              <a:t>8[2026-05-05].</a:t>
            </a:r>
            <a:endParaRPr lang="zh-CN" altLang="en-US">
              <a:solidFill>
                <a:schemeClr val="tx1"/>
              </a:solidFill>
              <a:uFillTx/>
              <a:latin typeface="Times New Roman" panose="02020603050405020304" charset="0"/>
              <a:ea typeface="华文中宋" panose="02010600040101010101" charset="-122"/>
            </a:endParaRPr>
          </a:p>
          <a:p>
            <a:pPr indent="-228600" algn="just" fontAlgn="auto">
              <a:lnSpc>
                <a:spcPct val="150000"/>
              </a:lnSpc>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[2] 宫元彤,杜相宇,王玲玲.我国蓝莓产业绿色发展路径探索[</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中国果树,2026,(02):139-145.</a:t>
            </a:r>
            <a:endParaRPr lang="zh-CN" altLang="en-US">
              <a:solidFill>
                <a:schemeClr val="tx1"/>
              </a:solidFill>
              <a:uFillTx/>
              <a:latin typeface="Times New Roman" panose="02020603050405020304" charset="0"/>
              <a:ea typeface="华文中宋" panose="02010600040101010101" charset="-122"/>
            </a:endParaRPr>
          </a:p>
          <a:p>
            <a:pPr indent="-228600" algn="just" fontAlgn="auto">
              <a:lnSpc>
                <a:spcPct val="150000"/>
              </a:lnSpc>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[3] 徐艺格,王兴东,刘有春,等.蓝莓产业现状及技术发展趋势分析与展望[</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北方园艺,2024,(08):130-136.</a:t>
            </a:r>
            <a:endParaRPr lang="zh-CN" altLang="en-US">
              <a:solidFill>
                <a:schemeClr val="tx1"/>
              </a:solidFill>
              <a:uFillTx/>
              <a:latin typeface="Times New Roman" panose="02020603050405020304" charset="0"/>
              <a:ea typeface="华文中宋" panose="02010600040101010101" charset="-122"/>
            </a:endParaRPr>
          </a:p>
          <a:p>
            <a:pPr indent="-228600" algn="just" fontAlgn="auto">
              <a:lnSpc>
                <a:spcPct val="150000"/>
              </a:lnSpc>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[4] 刘庆忠,崔冬冬,朱东姿.世界及中国蓝莓产业现状[</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落叶果树,2024,56(04):1-7+107.</a:t>
            </a:r>
            <a:endParaRPr lang="zh-CN" altLang="en-US">
              <a:solidFill>
                <a:schemeClr val="tx1"/>
              </a:solidFill>
              <a:uFillTx/>
              <a:latin typeface="Times New Roman" panose="02020603050405020304" charset="0"/>
              <a:ea typeface="华文中宋" panose="02010600040101010101" charset="-122"/>
            </a:endParaRPr>
          </a:p>
          <a:p>
            <a:pPr indent="-228600" algn="just" fontAlgn="auto">
              <a:lnSpc>
                <a:spcPct val="150000"/>
              </a:lnSpc>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[5] 冯奕煊,李亚男,王颖,等.全球蓝莓贸易趋势与市场动态分析[</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中国果树,2025,(07):124-130.</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en-US" altLang="zh-CN">
                <a:solidFill>
                  <a:schemeClr val="tx1"/>
                </a:solidFill>
                <a:uFillTx/>
                <a:latin typeface="Times New Roman" panose="02020603050405020304" charset="0"/>
                <a:ea typeface="华文中宋" panose="02010600040101010101" charset="-122"/>
              </a:rPr>
              <a:t>[6] Meidan L ,Zuyan H ,Laping H , et al.Effect of Fermentation Parameters on the Anthocyanin Content, Sensory 	Properties, and Physicochemical Parameters of Potato Blueberry Yogurt [J].Fermentation,2022,8(10):489-489.</a:t>
            </a:r>
            <a:endParaRPr lang="en-US" altLang="zh-CN">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[7] 桂亚,唐果,马栎,等.发酵乳中风味物质研究进展[</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现代食品,2023,29(18):29-31.</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[8] 李斌,谢旭,孙希云,等.国内外蓝莓加工技术与功能性成分研究进展[</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食品科学技术学报,2019,37(05):16-22.</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[9] 李金华.蓝莓的营养保健功能及其开发利用[</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新农业,2019,(15):38-39.</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[10] 周继芬,兰武,王军,等.蓝莓营养及独特保健功能研究[</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北方园艺,2020,(21):138-145.</a:t>
            </a:r>
            <a:endParaRPr lang="en-US" altLang="zh-CN">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2990850" cy="500380"/>
          </a:xfrm>
          <a:prstGeom prst="rect">
            <a:avLst/>
          </a:prstGeom>
          <a:noFill/>
        </p:spPr>
        <p:txBody>
          <a:bodyPr wrap="square" lIns="0" tIns="0" rIns="0" bIns="0" rtlCol="0" anchor="t">
            <a:noAutofit/>
          </a:bodyPr>
          <a:p>
            <a:pPr algn="l">
              <a:lnSpc>
                <a:spcPct val="100000"/>
              </a:lnSpc>
            </a:pPr>
            <a:r>
              <a:rPr sz="3000" b="1">
                <a:solidFill>
                  <a:srgbClr val="043642"/>
                </a:solidFill>
                <a:latin typeface="微软雅黑" panose="020B0503020204020204" charset="-122"/>
                <a:ea typeface="微软雅黑" panose="020B0503020204020204" charset="-122"/>
              </a:rPr>
              <a:t>参考文献</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662930"/>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文本框 48"/>
          <p:cNvSpPr txBox="1"/>
          <p:nvPr/>
        </p:nvSpPr>
        <p:spPr>
          <a:xfrm>
            <a:off x="656590" y="1207770"/>
            <a:ext cx="10833735" cy="5476240"/>
          </a:xfrm>
          <a:prstGeom prst="rect">
            <a:avLst/>
          </a:prstGeom>
          <a:noFill/>
        </p:spPr>
        <p:txBody>
          <a:bodyPr wrap="square" rtlCol="0">
            <a:noAutofit/>
          </a:bodyPr>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[11] 刘军波,邹礼根,赵芸.蓝莓花青素加工特性及功能活性研究进展[</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饮料工业,2017,20(06):56-60.</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[12] 许文静.蓝莓花青素的提取、纯化与特性研究及其在食品工业中的应用[</a:t>
            </a:r>
            <a:r>
              <a:rPr lang="en-US" altLang="zh-CN">
                <a:solidFill>
                  <a:schemeClr val="tx1"/>
                </a:solidFill>
                <a:uFillTx/>
                <a:latin typeface="Times New Roman" panose="02020603050405020304" charset="0"/>
                <a:ea typeface="华文中宋" panose="02010600040101010101" charset="-122"/>
              </a:rPr>
              <a:t>D].</a:t>
            </a:r>
            <a:r>
              <a:rPr lang="zh-CN" altLang="en-US">
                <a:solidFill>
                  <a:schemeClr val="tx1"/>
                </a:solidFill>
                <a:uFillTx/>
                <a:latin typeface="Times New Roman" panose="02020603050405020304" charset="0"/>
                <a:ea typeface="华文中宋" panose="02010600040101010101" charset="-122"/>
              </a:rPr>
              <a:t>四川大学,2023.</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[13] 潘美华,程哲灏.蓝莓的营养成分及其保健功能的研究进展[</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食品安全导刊,2022,(22):107-109.</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[14] 姚佳宇,李志坚.蓝莓花青素在眼科疾病的研究进展[</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国际眼科杂志,2016,16(12):2234-2236.</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447675"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[15] 姜洞彬.蓝莓花青素对高侵袭性人肝癌</a:t>
            </a:r>
            <a:r>
              <a:rPr lang="en-US" altLang="zh-CN">
                <a:solidFill>
                  <a:schemeClr val="tx1"/>
                </a:solidFill>
                <a:uFillTx/>
                <a:latin typeface="Times New Roman" panose="02020603050405020304" charset="0"/>
                <a:ea typeface="华文中宋" panose="02010600040101010101" charset="-122"/>
              </a:rPr>
              <a:t>LM3</a:t>
            </a:r>
            <a:r>
              <a:rPr lang="zh-CN" altLang="en-US">
                <a:solidFill>
                  <a:schemeClr val="tx1"/>
                </a:solidFill>
                <a:uFillTx/>
                <a:latin typeface="Times New Roman" panose="02020603050405020304" charset="0"/>
                <a:ea typeface="华文中宋" panose="02010600040101010101" charset="-122"/>
              </a:rPr>
              <a:t>细胞株的抑制及组蛋白乙酰化修饰水平的研究[</a:t>
            </a:r>
            <a:r>
              <a:rPr lang="en-US" altLang="zh-CN">
                <a:solidFill>
                  <a:schemeClr val="tx1"/>
                </a:solidFill>
                <a:uFillTx/>
                <a:latin typeface="Times New Roman" panose="02020603050405020304" charset="0"/>
                <a:ea typeface="华文中宋" panose="02010600040101010101" charset="-122"/>
              </a:rPr>
              <a:t>D].</a:t>
            </a:r>
            <a:r>
              <a:rPr lang="zh-CN" altLang="en-US">
                <a:solidFill>
                  <a:schemeClr val="tx1"/>
                </a:solidFill>
                <a:uFillTx/>
                <a:latin typeface="Times New Roman" panose="02020603050405020304" charset="0"/>
                <a:ea typeface="华文中宋" panose="02010600040101010101" charset="-122"/>
              </a:rPr>
              <a:t>贵州医科</a:t>
            </a:r>
            <a:r>
              <a:rPr lang="en-US" altLang="zh-CN">
                <a:solidFill>
                  <a:schemeClr val="tx1"/>
                </a:solidFill>
                <a:uFillTx/>
                <a:latin typeface="Times New Roman" panose="02020603050405020304" charset="0"/>
                <a:ea typeface="华文中宋" panose="02010600040101010101" charset="-122"/>
              </a:rPr>
              <a:t>	</a:t>
            </a:r>
            <a:r>
              <a:rPr lang="zh-CN" altLang="en-US">
                <a:solidFill>
                  <a:schemeClr val="tx1"/>
                </a:solidFill>
                <a:uFillTx/>
                <a:latin typeface="Times New Roman" panose="02020603050405020304" charset="0"/>
                <a:ea typeface="华文中宋" panose="02010600040101010101" charset="-122"/>
              </a:rPr>
              <a:t>大学,2023.</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[16] 成堃,马延新,王小霞,等.蓝莓枸杞风味酸奶的研制[</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中国酿造,2018,37(01):185-189.</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[17] 张军,张冬雪,刘玉峰,等.蓝莓山羊酸奶的研制[</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中国酿造,2015,34(11):171-174.</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[18] 梅玉立,童彬,于素凤,等.蓝莓酸奶的生产工艺研究[</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价值工程,2019,38(03):132-136.</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447675" algn="l"/>
              </a:tabLst>
              <a:extLst>
                <a:ext uri="{35155182-B16C-46BC-9424-99874614C6A1}">
                  <wpsdc:indentchars xmlns:wpsdc="http://www.wps.cn/officeDocument/2017/drawingmlCustomData" val="-100" checksum="2375606082"/>
                </a:ext>
              </a:extLst>
            </a:pPr>
            <a:r>
              <a:rPr lang="en-US" altLang="zh-CN">
                <a:solidFill>
                  <a:schemeClr val="tx1"/>
                </a:solidFill>
                <a:uFillTx/>
                <a:latin typeface="Times New Roman" panose="02020603050405020304" charset="0"/>
                <a:ea typeface="华文中宋" panose="02010600040101010101" charset="-122"/>
              </a:rPr>
              <a:t>[19] Aslani R ,Mazaheri Y ,Jafari M , et al.Implementation of hazard analysis and critical control point (HACCP) in 	yogurt production.[J].The Journal of dairy research,2024,91(1):11-11.</a:t>
            </a:r>
            <a:endParaRPr lang="en-US" altLang="zh-CN">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[20] 何祖艳.马铃薯蓝莓酸奶的制备关键技术及其应用研究[</a:t>
            </a:r>
            <a:r>
              <a:rPr lang="en-US" altLang="zh-CN">
                <a:solidFill>
                  <a:schemeClr val="tx1"/>
                </a:solidFill>
                <a:uFillTx/>
                <a:latin typeface="Times New Roman" panose="02020603050405020304" charset="0"/>
                <a:ea typeface="华文中宋" panose="02010600040101010101" charset="-122"/>
              </a:rPr>
              <a:t>D].</a:t>
            </a:r>
            <a:r>
              <a:rPr lang="zh-CN" altLang="en-US">
                <a:solidFill>
                  <a:schemeClr val="tx1"/>
                </a:solidFill>
                <a:uFillTx/>
                <a:latin typeface="Times New Roman" panose="02020603050405020304" charset="0"/>
                <a:ea typeface="华文中宋" panose="02010600040101010101" charset="-122"/>
              </a:rPr>
              <a:t>贵州大学,2021.</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en-US" altLang="zh-CN">
                <a:solidFill>
                  <a:schemeClr val="tx1"/>
                </a:solidFill>
                <a:uFillTx/>
                <a:latin typeface="Times New Roman" panose="02020603050405020304" charset="0"/>
                <a:ea typeface="华文中宋" panose="02010600040101010101" charset="-122"/>
              </a:rPr>
              <a:t>[21] Ichimura T .Yogurt Production.[J].Methods in molecular biology (Clifton, N.J.), 2024,285163-74.</a:t>
            </a:r>
            <a:endParaRPr lang="en-US" altLang="zh-CN">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蓝莓酸奶车间设计 Model (1)"/>
          <p:cNvPicPr>
            <a:picLocks noChangeAspect="1"/>
          </p:cNvPicPr>
          <p:nvPr/>
        </p:nvPicPr>
        <p:blipFill>
          <a:blip r:embed="rId1"/>
          <a:stretch>
            <a:fillRect/>
          </a:stretch>
        </p:blipFill>
        <p:spPr>
          <a:xfrm rot="16200000">
            <a:off x="2882900" y="-1116647"/>
            <a:ext cx="6426200" cy="909129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车间平面布局 Model (1)"/>
          <p:cNvPicPr>
            <a:picLocks noChangeAspect="1"/>
          </p:cNvPicPr>
          <p:nvPr/>
        </p:nvPicPr>
        <p:blipFill>
          <a:blip r:embed="rId1"/>
          <a:stretch>
            <a:fillRect/>
          </a:stretch>
        </p:blipFill>
        <p:spPr>
          <a:xfrm rot="16200000">
            <a:off x="2863215" y="-1144270"/>
            <a:ext cx="6465570" cy="91465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主要设备三视图 Model (1)"/>
          <p:cNvPicPr>
            <a:picLocks noChangeAspect="1"/>
          </p:cNvPicPr>
          <p:nvPr/>
        </p:nvPicPr>
        <p:blipFill>
          <a:blip r:embed="rId1"/>
          <a:stretch>
            <a:fillRect/>
          </a:stretch>
        </p:blipFill>
        <p:spPr>
          <a:xfrm rot="16200000">
            <a:off x="2752725" y="-1300480"/>
            <a:ext cx="6686550" cy="94589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ubtitle 10"/>
          <p:cNvSpPr>
            <a:spLocks noGrp="1"/>
          </p:cNvSpPr>
          <p:nvPr>
            <p:ph type="body" idx="16389"/>
            <p:custDataLst>
              <p:tags r:id="rId1"/>
            </p:custDataLst>
          </p:nvPr>
        </p:nvSpPr>
        <p:spPr/>
        <p:txBody>
          <a:bodyPr/>
          <a:p>
            <a:r>
              <a:rPr lang="zh-CN" altLang="en-US"/>
              <a:t>THE END</a:t>
            </a:r>
            <a:endParaRPr lang="zh-CN" altLang="en-US"/>
          </a:p>
        </p:txBody>
      </p:sp>
      <p:sp>
        <p:nvSpPr>
          <p:cNvPr id="3" name="标题 11"/>
          <p:cNvSpPr>
            <a:spLocks noGrp="1"/>
          </p:cNvSpPr>
          <p:nvPr>
            <p:ph type="ctrTitle" idx="16388"/>
            <p:custDataLst>
              <p:tags r:id="rId2"/>
            </p:custDataLst>
          </p:nvPr>
        </p:nvSpPr>
        <p:spPr/>
        <p:txBody>
          <a:bodyPr>
            <a:normAutofit fontScale="90000"/>
          </a:bodyPr>
          <a:p>
            <a:r>
              <a:rPr lang="zh-CN" altLang="en-US"/>
              <a:t>感谢聆听</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80757"/>
  <p:tag name="KSO_WM_TEMPLATE_CATEGORY" val="custo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 name="KSO_WM_UNIT_ISNUMDGMTITLE" val="0"/>
  <p:tag name="KSO_WM_TEMPLATE_INDEX" val="40480757"/>
  <p:tag name="KSO_WM_TEMPLATE_CATEGORY" val="custo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 name="KSO_WM_TEMPLATE_INDEX" val="40480757"/>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757"/>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757"/>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757"/>
</p:tagLst>
</file>

<file path=ppt/tags/tag11.xml><?xml version="1.0" encoding="utf-8"?>
<p:tagLst xmlns:p="http://schemas.openxmlformats.org/presentationml/2006/main">
  <p:tag name="KSO_WM_UNIT_TYPE" val="f"/>
  <p:tag name="KSO_WM_UNIT_INDEX" val="1"/>
  <p:tag name="KSO_WM_UNIT_ID" val="_3*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xml><?xml version="1.0" encoding="utf-8"?>
<p:tagLst xmlns:p="http://schemas.openxmlformats.org/presentationml/2006/main">
  <p:tag name="KSO_WM_UNIT_TYPE" val="f"/>
  <p:tag name="KSO_WM_UNIT_INDEX" val="2"/>
  <p:tag name="KSO_WM_UNIT_ID" val="_3*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xml><?xml version="1.0" encoding="utf-8"?>
<p:tagLst xmlns:p="http://schemas.openxmlformats.org/presentationml/2006/main">
  <p:tag name="KSO_WM_UNIT_TYPE" val="a"/>
  <p:tag name="KSO_WM_UNIT_INDEX" val="1"/>
  <p:tag name="KSO_WM_UNIT_ID" val="_3*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7.xml><?xml version="1.0" encoding="utf-8"?>
<p:tagLst xmlns:p="http://schemas.openxmlformats.org/presentationml/2006/main">
  <p:tag name="KSO_WM_UNIT_TYPE" val="f"/>
  <p:tag name="KSO_WM_UNIT_INDEX" val="1"/>
  <p:tag name="KSO_WM_UNIT_ID" val="_4*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8.xml><?xml version="1.0" encoding="utf-8"?>
<p:tagLst xmlns:p="http://schemas.openxmlformats.org/presentationml/2006/main">
  <p:tag name="KSO_WM_UNIT_TYPE" val="f"/>
  <p:tag name="KSO_WM_UNIT_INDEX" val="2"/>
  <p:tag name="KSO_WM_UNIT_ID" val="_4*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xml><?xml version="1.0" encoding="utf-8"?>
<p:tagLst xmlns:p="http://schemas.openxmlformats.org/presentationml/2006/main">
  <p:tag name="KSO_WM_UNIT_TYPE" val="f"/>
  <p:tag name="KSO_WM_UNIT_INDEX" val="3"/>
  <p:tag name="KSO_WM_UNIT_ID" val="_4*f*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xml><?xml version="1.0" encoding="utf-8"?>
<p:tagLst xmlns:p="http://schemas.openxmlformats.org/presentationml/2006/main">
  <p:tag name="KSO_WM_UNIT_TYPE" val="f"/>
  <p:tag name="KSO_WM_UNIT_INDEX" val="4"/>
  <p:tag name="KSO_WM_UNIT_ID" val="_4*f*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xml><?xml version="1.0" encoding="utf-8"?>
<p:tagLst xmlns:p="http://schemas.openxmlformats.org/presentationml/2006/main">
  <p:tag name="KSO_WM_UNIT_TYPE" val="a"/>
  <p:tag name="KSO_WM_UNIT_INDEX" val="1"/>
  <p:tag name="KSO_WM_UNIT_ID" val="_4*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6.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7.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8.xml><?xml version="1.0" encoding="utf-8"?>
<p:tagLst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9.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0.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1.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2.xml><?xml version="1.0" encoding="utf-8"?>
<p:tagLst xmlns:p="http://schemas.openxmlformats.org/presentationml/2006/main">
  <p:tag name="KSO_WM_UNIT_TYPE" val="f"/>
  <p:tag name="KSO_WM_UNIT_INDEX" val="1"/>
  <p:tag name="KSO_WM_UNIT_ID" val="_7*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3.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4.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5.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6.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7.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8.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9.xml><?xml version="1.0" encoding="utf-8"?>
<p:tagLst xmlns:p="http://schemas.openxmlformats.org/presentationml/2006/main">
  <p:tag name="KSO_WM_UNIT_TYPE" val="f"/>
  <p:tag name="KSO_WM_UNIT_INDEX" val="1"/>
  <p:tag name="KSO_WM_UNIT_ID" val="_8*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0.xml><?xml version="1.0" encoding="utf-8"?>
<p:tagLst xmlns:p="http://schemas.openxmlformats.org/presentationml/2006/main">
  <p:tag name="KSO_WM_UNIT_TYPE" val="a"/>
  <p:tag name="KSO_WM_UNIT_INDEX" val="1"/>
  <p:tag name="KSO_WM_UNIT_ID" val="_8*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1.xml><?xml version="1.0" encoding="utf-8"?>
<p:tagLst xmlns:p="http://schemas.openxmlformats.org/presentationml/2006/main">
  <p:tag name="LayoutZOrder" val="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2.xml><?xml version="1.0" encoding="utf-8"?>
<p:tagLst xmlns:p="http://schemas.openxmlformats.org/presentationml/2006/main">
  <p:tag name="KSO_WM_UNIT_TYPE" val="i"/>
  <p:tag name="KSO_WM_UNIT_INDEX" val="2"/>
  <p:tag name="KSO_WM_BEAUTIFY_FLAG" val="#wm#"/>
  <p:tag name="KSO_WM_TAG_VERSION" val="3.0"/>
  <p:tag name="LayoutZOrder" val="6"/>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3.xml><?xml version="1.0" encoding="utf-8"?>
<p:tagLst xmlns:p="http://schemas.openxmlformats.org/presentationml/2006/main">
  <p:tag name="KSO_WM_UNIT_TYPE" val="i"/>
  <p:tag name="KSO_WM_UNIT_INDEX" val="36"/>
  <p:tag name="KSO_WM_BEAUTIFY_FLAG" val="#wm#"/>
  <p:tag name="KSO_WM_TAG_VERSION" val="3.0"/>
  <p:tag name="LayoutZOrder" val="7"/>
  <p:tag name="KSO_WM_UNIT_ID" val="_9*i*3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4.xml><?xml version="1.0" encoding="utf-8"?>
<p:tagLst xmlns:p="http://schemas.openxmlformats.org/presentationml/2006/main">
  <p:tag name="KSO_WM_UNIT_TYPE" val="i"/>
  <p:tag name="KSO_WM_UNIT_INDEX" val="30"/>
  <p:tag name="KSO_WM_BEAUTIFY_FLAG" val="#wm#"/>
  <p:tag name="KSO_WM_TAG_VERSION" val="3.0"/>
  <p:tag name="LayoutZOrder" val="8"/>
  <p:tag name="KSO_WM_UNIT_ID" val="_9*i*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5.xml><?xml version="1.0" encoding="utf-8"?>
<p:tagLst xmlns:p="http://schemas.openxmlformats.org/presentationml/2006/main">
  <p:tag name="KSO_WM_UNIT_TYPE" val="i"/>
  <p:tag name="KSO_WM_UNIT_INDEX" val="25"/>
  <p:tag name="KSO_WM_BEAUTIFY_FLAG" val="#wm#"/>
  <p:tag name="KSO_WM_TAG_VERSION" val="3.0"/>
  <p:tag name="LayoutZOrder" val="9"/>
  <p:tag name="KSO_WM_UNIT_ID" val="_9*i*2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6.xml><?xml version="1.0" encoding="utf-8"?>
<p:tagLst xmlns:p="http://schemas.openxmlformats.org/presentationml/2006/main">
  <p:tag name="KSO_WM_UNIT_TYPE" val="i"/>
  <p:tag name="KSO_WM_UNIT_INDEX" val="18"/>
  <p:tag name="KSO_WM_BEAUTIFY_FLAG" val="#wm#"/>
  <p:tag name="KSO_WM_TAG_VERSION" val="3.0"/>
  <p:tag name="LayoutZOrder" val="10"/>
  <p:tag name="KSO_WM_UNIT_ID" val="_9*i*1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7.xml><?xml version="1.0" encoding="utf-8"?>
<p:tagLst xmlns:p="http://schemas.openxmlformats.org/presentationml/2006/main">
  <p:tag name="KSO_WM_UNIT_TYPE" val="i"/>
  <p:tag name="KSO_WM_UNIT_INDEX" val="3"/>
  <p:tag name="KSO_WM_BEAUTIFY_FLAG" val="#wm#"/>
  <p:tag name="KSO_WM_TAG_VERSION" val="3.0"/>
  <p:tag name="LayoutZOrder" val="11"/>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8.xml><?xml version="1.0" encoding="utf-8"?>
<p:tagLst xmlns:p="http://schemas.openxmlformats.org/presentationml/2006/main">
  <p:tag name="KSO_WM_UNIT_TYPE" val="i"/>
  <p:tag name="KSO_WM_UNIT_INDEX" val="38"/>
  <p:tag name="KSO_WM_BEAUTIFY_FLAG" val="#wm#"/>
  <p:tag name="KSO_WM_TAG_VERSION" val="3.0"/>
  <p:tag name="LayoutZOrder" val="12"/>
  <p:tag name="KSO_WM_UNIT_ID" val="_9*i*3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9.xml><?xml version="1.0" encoding="utf-8"?>
<p:tagLst xmlns:p="http://schemas.openxmlformats.org/presentationml/2006/main">
  <p:tag name="KSO_WM_UNIT_TYPE" val="i"/>
  <p:tag name="KSO_WM_UNIT_INDEX" val="33"/>
  <p:tag name="KSO_WM_BEAUTIFY_FLAG" val="#wm#"/>
  <p:tag name="KSO_WM_TAG_VERSION" val="3.0"/>
  <p:tag name="LayoutZOrder" val="13"/>
  <p:tag name="KSO_WM_UNIT_ID" val="_9*i*3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0.xml><?xml version="1.0" encoding="utf-8"?>
<p:tagLst xmlns:p="http://schemas.openxmlformats.org/presentationml/2006/main">
  <p:tag name="KSO_WM_UNIT_TYPE" val="i"/>
  <p:tag name="KSO_WM_UNIT_INDEX" val="28"/>
  <p:tag name="KSO_WM_BEAUTIFY_FLAG" val="#wm#"/>
  <p:tag name="KSO_WM_TAG_VERSION" val="3.0"/>
  <p:tag name="LayoutZOrder" val="14"/>
  <p:tag name="KSO_WM_UNIT_ID" val="_9*i*2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1.xml><?xml version="1.0" encoding="utf-8"?>
<p:tagLst xmlns:p="http://schemas.openxmlformats.org/presentationml/2006/main">
  <p:tag name="KSO_WM_UNIT_TYPE" val="i"/>
  <p:tag name="KSO_WM_UNIT_INDEX" val="21"/>
  <p:tag name="KSO_WM_BEAUTIFY_FLAG" val="#wm#"/>
  <p:tag name="KSO_WM_TAG_VERSION" val="3.0"/>
  <p:tag name="LayoutZOrder" val="15"/>
  <p:tag name="KSO_WM_UNIT_ID" val="_9*i*2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2.xml><?xml version="1.0" encoding="utf-8"?>
<p:tagLst xmlns:p="http://schemas.openxmlformats.org/presentationml/2006/main">
  <p:tag name="KSO_WM_UNIT_TYPE" val="i"/>
  <p:tag name="KSO_WM_UNIT_INDEX" val="11"/>
  <p:tag name="KSO_WM_BEAUTIFY_FLAG" val="#wm#"/>
  <p:tag name="KSO_WM_TAG_VERSION" val="3.0"/>
  <p:tag name="LayoutZOrder" val="16"/>
  <p:tag name="KSO_WM_UNIT_ID" val="_9*i*1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3.xml><?xml version="1.0" encoding="utf-8"?>
<p:tagLst xmlns:p="http://schemas.openxmlformats.org/presentationml/2006/main">
  <p:tag name="KSO_WM_UNIT_TYPE" val="i"/>
  <p:tag name="KSO_WM_UNIT_INDEX" val="5"/>
  <p:tag name="KSO_WM_BEAUTIFY_FLAG" val="#wm#"/>
  <p:tag name="KSO_WM_TAG_VERSION" val="3.0"/>
  <p:tag name="LayoutZOrder" val="17"/>
  <p:tag name="KSO_WM_UNIT_ID" val="_9*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4.xml><?xml version="1.0" encoding="utf-8"?>
<p:tagLst xmlns:p="http://schemas.openxmlformats.org/presentationml/2006/main">
  <p:tag name="KSO_WM_UNIT_TYPE" val="i"/>
  <p:tag name="KSO_WM_UNIT_INDEX" val="24"/>
  <p:tag name="KSO_WM_BEAUTIFY_FLAG" val="#wm#"/>
  <p:tag name="KSO_WM_TAG_VERSION" val="3.0"/>
  <p:tag name="LayoutZOrder" val="18"/>
  <p:tag name="KSO_WM_UNIT_ID" val="_9*i*2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5.xml><?xml version="1.0" encoding="utf-8"?>
<p:tagLst xmlns:p="http://schemas.openxmlformats.org/presentationml/2006/main">
  <p:tag name="KSO_WM_UNIT_TYPE" val="i"/>
  <p:tag name="KSO_WM_UNIT_INDEX" val="17"/>
  <p:tag name="KSO_WM_BEAUTIFY_FLAG" val="#wm#"/>
  <p:tag name="KSO_WM_TAG_VERSION" val="3.0"/>
  <p:tag name="LayoutZOrder" val="19"/>
  <p:tag name="KSO_WM_UNIT_ID" val="_9*i*1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6.xml><?xml version="1.0" encoding="utf-8"?>
<p:tagLst xmlns:p="http://schemas.openxmlformats.org/presentationml/2006/main">
  <p:tag name="KSO_WM_UNIT_TYPE" val="i"/>
  <p:tag name="KSO_WM_UNIT_INDEX" val="13"/>
  <p:tag name="KSO_WM_BEAUTIFY_FLAG" val="#wm#"/>
  <p:tag name="KSO_WM_TAG_VERSION" val="3.0"/>
  <p:tag name="LayoutZOrder" val="20"/>
  <p:tag name="KSO_WM_UNIT_ID" val="_9*i*1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7.xml><?xml version="1.0" encoding="utf-8"?>
<p:tagLst xmlns:p="http://schemas.openxmlformats.org/presentationml/2006/main">
  <p:tag name="KSO_WM_UNIT_TYPE" val="i"/>
  <p:tag name="KSO_WM_UNIT_INDEX" val="8"/>
  <p:tag name="KSO_WM_BEAUTIFY_FLAG" val="#wm#"/>
  <p:tag name="KSO_WM_TAG_VERSION" val="3.0"/>
  <p:tag name="LayoutZOrder" val="21"/>
  <p:tag name="KSO_WM_UNIT_ID" val="_9*i*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8.xml><?xml version="1.0" encoding="utf-8"?>
<p:tagLst xmlns:p="http://schemas.openxmlformats.org/presentationml/2006/main">
  <p:tag name="KSO_WM_UNIT_TYPE" val="i"/>
  <p:tag name="KSO_WM_UNIT_INDEX" val="42"/>
  <p:tag name="KSO_WM_BEAUTIFY_FLAG" val="#wm#"/>
  <p:tag name="KSO_WM_TAG_VERSION" val="3.0"/>
  <p:tag name="LayoutZOrder" val="22"/>
  <p:tag name="KSO_WM_UNIT_ID" val="_9*i*4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9.xml><?xml version="1.0" encoding="utf-8"?>
<p:tagLst xmlns:p="http://schemas.openxmlformats.org/presentationml/2006/main">
  <p:tag name="KSO_WM_UNIT_TYPE" val="i"/>
  <p:tag name="KSO_WM_UNIT_INDEX" val="37"/>
  <p:tag name="KSO_WM_BEAUTIFY_FLAG" val="#wm#"/>
  <p:tag name="KSO_WM_TAG_VERSION" val="3.0"/>
  <p:tag name="LayoutZOrder" val="23"/>
  <p:tag name="KSO_WM_UNIT_ID" val="_9*i*3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0.xml><?xml version="1.0" encoding="utf-8"?>
<p:tagLst xmlns:p="http://schemas.openxmlformats.org/presentationml/2006/main">
  <p:tag name="KSO_WM_UNIT_TYPE" val="i"/>
  <p:tag name="KSO_WM_UNIT_INDEX" val="32"/>
  <p:tag name="KSO_WM_BEAUTIFY_FLAG" val="#wm#"/>
  <p:tag name="KSO_WM_TAG_VERSION" val="3.0"/>
  <p:tag name="LayoutZOrder" val="24"/>
  <p:tag name="KSO_WM_UNIT_ID" val="_9*i*3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1.xml><?xml version="1.0" encoding="utf-8"?>
<p:tagLst xmlns:p="http://schemas.openxmlformats.org/presentationml/2006/main">
  <p:tag name="KSO_WM_UNIT_TYPE" val="i"/>
  <p:tag name="KSO_WM_UNIT_INDEX" val="27"/>
  <p:tag name="KSO_WM_BEAUTIFY_FLAG" val="#wm#"/>
  <p:tag name="KSO_WM_TAG_VERSION" val="3.0"/>
  <p:tag name="LayoutZOrder" val="25"/>
  <p:tag name="KSO_WM_UNIT_ID" val="_9*i*2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2.xml><?xml version="1.0" encoding="utf-8"?>
<p:tagLst xmlns:p="http://schemas.openxmlformats.org/presentationml/2006/main">
  <p:tag name="KSO_WM_UNIT_TYPE" val="i"/>
  <p:tag name="KSO_WM_UNIT_INDEX" val="20"/>
  <p:tag name="KSO_WM_BEAUTIFY_FLAG" val="#wm#"/>
  <p:tag name="KSO_WM_TAG_VERSION" val="3.0"/>
  <p:tag name="LayoutZOrder" val="26"/>
  <p:tag name="KSO_WM_UNIT_ID" val="_9*i*2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3.xml><?xml version="1.0" encoding="utf-8"?>
<p:tagLst xmlns:p="http://schemas.openxmlformats.org/presentationml/2006/main">
  <p:tag name="KSO_WM_UNIT_TYPE" val="i"/>
  <p:tag name="KSO_WM_UNIT_INDEX" val="15"/>
  <p:tag name="KSO_WM_BEAUTIFY_FLAG" val="#wm#"/>
  <p:tag name="KSO_WM_TAG_VERSION" val="3.0"/>
  <p:tag name="LayoutZOrder" val="27"/>
  <p:tag name="KSO_WM_UNIT_ID" val="_9*i*1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4.xml><?xml version="1.0" encoding="utf-8"?>
<p:tagLst xmlns:p="http://schemas.openxmlformats.org/presentationml/2006/main">
  <p:tag name="KSO_WM_UNIT_TYPE" val="i"/>
  <p:tag name="KSO_WM_UNIT_INDEX" val="10"/>
  <p:tag name="KSO_WM_BEAUTIFY_FLAG" val="#wm#"/>
  <p:tag name="KSO_WM_TAG_VERSION" val="3.0"/>
  <p:tag name="LayoutZOrder" val="28"/>
  <p:tag name="KSO_WM_UNIT_ID" val="_9*i*1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5.xml><?xml version="1.0" encoding="utf-8"?>
<p:tagLst xmlns:p="http://schemas.openxmlformats.org/presentationml/2006/main">
  <p:tag name="KSO_WM_UNIT_TYPE" val="i"/>
  <p:tag name="KSO_WM_UNIT_INDEX" val="40"/>
  <p:tag name="KSO_WM_BEAUTIFY_FLAG" val="#wm#"/>
  <p:tag name="KSO_WM_TAG_VERSION" val="3.0"/>
  <p:tag name="LayoutZOrder" val="29"/>
  <p:tag name="KSO_WM_UNIT_ID" val="_9*i*4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6.xml><?xml version="1.0" encoding="utf-8"?>
<p:tagLst xmlns:p="http://schemas.openxmlformats.org/presentationml/2006/main">
  <p:tag name="KSO_WM_UNIT_TYPE" val="i"/>
  <p:tag name="KSO_WM_UNIT_INDEX" val="35"/>
  <p:tag name="KSO_WM_BEAUTIFY_FLAG" val="#wm#"/>
  <p:tag name="KSO_WM_TAG_VERSION" val="3.0"/>
  <p:tag name="LayoutZOrder" val="30"/>
  <p:tag name="KSO_WM_UNIT_ID" val="_9*i*3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7.xml><?xml version="1.0" encoding="utf-8"?>
<p:tagLst xmlns:p="http://schemas.openxmlformats.org/presentationml/2006/main">
  <p:tag name="KSO_WM_UNIT_TYPE" val="i"/>
  <p:tag name="KSO_WM_UNIT_INDEX" val="29"/>
  <p:tag name="KSO_WM_BEAUTIFY_FLAG" val="#wm#"/>
  <p:tag name="KSO_WM_TAG_VERSION" val="3.0"/>
  <p:tag name="LayoutZOrder" val="31"/>
  <p:tag name="KSO_WM_UNIT_ID" val="_9*i*2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8.xml><?xml version="1.0" encoding="utf-8"?>
<p:tagLst xmlns:p="http://schemas.openxmlformats.org/presentationml/2006/main">
  <p:tag name="KSO_WM_UNIT_TYPE" val="i"/>
  <p:tag name="KSO_WM_UNIT_INDEX" val="23"/>
  <p:tag name="KSO_WM_BEAUTIFY_FLAG" val="#wm#"/>
  <p:tag name="KSO_WM_TAG_VERSION" val="3.0"/>
  <p:tag name="LayoutZOrder" val="32"/>
  <p:tag name="KSO_WM_UNIT_ID" val="_9*i*2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9.xml><?xml version="1.0" encoding="utf-8"?>
<p:tagLst xmlns:p="http://schemas.openxmlformats.org/presentationml/2006/main">
  <p:tag name="KSO_WM_UNIT_TYPE" val="i"/>
  <p:tag name="KSO_WM_UNIT_INDEX" val="7"/>
  <p:tag name="KSO_WM_BEAUTIFY_FLAG" val="#wm#"/>
  <p:tag name="KSO_WM_TAG_VERSION" val="3.0"/>
  <p:tag name="LayoutZOrder" val="33"/>
  <p:tag name="KSO_WM_UNIT_ID" val="_9*i*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0.xml><?xml version="1.0" encoding="utf-8"?>
<p:tagLst xmlns:p="http://schemas.openxmlformats.org/presentationml/2006/main">
  <p:tag name="KSO_WM_UNIT_TYPE" val="i"/>
  <p:tag name="KSO_WM_UNIT_INDEX" val="1"/>
  <p:tag name="KSO_WM_BEAUTIFY_FLAG" val="#wm#"/>
  <p:tag name="KSO_WM_TAG_VERSION" val="3.0"/>
  <p:tag name="LayoutZOrder" val="34"/>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1.xml><?xml version="1.0" encoding="utf-8"?>
<p:tagLst xmlns:p="http://schemas.openxmlformats.org/presentationml/2006/main">
  <p:tag name="KSO_WM_UNIT_TYPE" val="i"/>
  <p:tag name="KSO_WM_UNIT_INDEX" val="45"/>
  <p:tag name="KSO_WM_BEAUTIFY_FLAG" val="#wm#"/>
  <p:tag name="KSO_WM_TAG_VERSION" val="3.0"/>
  <p:tag name="LayoutZOrder" val="35"/>
  <p:tag name="KSO_WM_UNIT_ID" val="_9*i*4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2.xml><?xml version="1.0" encoding="utf-8"?>
<p:tagLst xmlns:p="http://schemas.openxmlformats.org/presentationml/2006/main">
  <p:tag name="KSO_WM_UNIT_TYPE" val="i"/>
  <p:tag name="KSO_WM_UNIT_INDEX" val="41"/>
  <p:tag name="KSO_WM_BEAUTIFY_FLAG" val="#wm#"/>
  <p:tag name="KSO_WM_TAG_VERSION" val="3.0"/>
  <p:tag name="LayoutZOrder" val="36"/>
  <p:tag name="KSO_WM_UNIT_ID" val="_9*i*4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3.xml><?xml version="1.0" encoding="utf-8"?>
<p:tagLst xmlns:p="http://schemas.openxmlformats.org/presentationml/2006/main">
  <p:tag name="KSO_WM_UNIT_TYPE" val="i"/>
  <p:tag name="KSO_WM_UNIT_INDEX" val="31"/>
  <p:tag name="KSO_WM_BEAUTIFY_FLAG" val="#wm#"/>
  <p:tag name="KSO_WM_TAG_VERSION" val="3.0"/>
  <p:tag name="LayoutZOrder" val="37"/>
  <p:tag name="KSO_WM_UNIT_ID" val="_9*i*3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4.xml><?xml version="1.0" encoding="utf-8"?>
<p:tagLst xmlns:p="http://schemas.openxmlformats.org/presentationml/2006/main">
  <p:tag name="KSO_WM_UNIT_TYPE" val="i"/>
  <p:tag name="KSO_WM_UNIT_INDEX" val="26"/>
  <p:tag name="KSO_WM_BEAUTIFY_FLAG" val="#wm#"/>
  <p:tag name="KSO_WM_TAG_VERSION" val="3.0"/>
  <p:tag name="LayoutZOrder" val="38"/>
  <p:tag name="KSO_WM_UNIT_ID" val="_9*i*2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5.xml><?xml version="1.0" encoding="utf-8"?>
<p:tagLst xmlns:p="http://schemas.openxmlformats.org/presentationml/2006/main">
  <p:tag name="KSO_WM_UNIT_TYPE" val="i"/>
  <p:tag name="KSO_WM_UNIT_INDEX" val="19"/>
  <p:tag name="KSO_WM_BEAUTIFY_FLAG" val="#wm#"/>
  <p:tag name="KSO_WM_TAG_VERSION" val="3.0"/>
  <p:tag name="LayoutZOrder" val="39"/>
  <p:tag name="KSO_WM_UNIT_ID" val="_9*i*1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6.xml><?xml version="1.0" encoding="utf-8"?>
<p:tagLst xmlns:p="http://schemas.openxmlformats.org/presentationml/2006/main">
  <p:tag name="KSO_WM_UNIT_TYPE" val="i"/>
  <p:tag name="KSO_WM_UNIT_INDEX" val="14"/>
  <p:tag name="KSO_WM_BEAUTIFY_FLAG" val="#wm#"/>
  <p:tag name="KSO_WM_TAG_VERSION" val="3.0"/>
  <p:tag name="LayoutZOrder" val="40"/>
  <p:tag name="KSO_WM_UNIT_ID" val="_9*i*1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7.xml><?xml version="1.0" encoding="utf-8"?>
<p:tagLst xmlns:p="http://schemas.openxmlformats.org/presentationml/2006/main">
  <p:tag name="KSO_WM_UNIT_TYPE" val="i"/>
  <p:tag name="KSO_WM_UNIT_INDEX" val="9"/>
  <p:tag name="KSO_WM_BEAUTIFY_FLAG" val="#wm#"/>
  <p:tag name="KSO_WM_TAG_VERSION" val="3.0"/>
  <p:tag name="LayoutZOrder" val="41"/>
  <p:tag name="KSO_WM_UNIT_ID" val="_9*i*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8.xml><?xml version="1.0" encoding="utf-8"?>
<p:tagLst xmlns:p="http://schemas.openxmlformats.org/presentationml/2006/main">
  <p:tag name="KSO_WM_UNIT_TYPE" val="i"/>
  <p:tag name="KSO_WM_UNIT_INDEX" val="4"/>
  <p:tag name="KSO_WM_BEAUTIFY_FLAG" val="#wm#"/>
  <p:tag name="KSO_WM_TAG_VERSION" val="3.0"/>
  <p:tag name="LayoutZOrder" val="42"/>
  <p:tag name="KSO_WM_UNIT_ID" val="_9*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9.xml><?xml version="1.0" encoding="utf-8"?>
<p:tagLst xmlns:p="http://schemas.openxmlformats.org/presentationml/2006/main">
  <p:tag name="KSO_WM_UNIT_TYPE" val="i"/>
  <p:tag name="KSO_WM_UNIT_INDEX" val="46"/>
  <p:tag name="KSO_WM_BEAUTIFY_FLAG" val="#wm#"/>
  <p:tag name="KSO_WM_TAG_VERSION" val="3.0"/>
  <p:tag name="LayoutZOrder" val="43"/>
  <p:tag name="KSO_WM_UNIT_ID" val="_9*i*4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0.xml><?xml version="1.0" encoding="utf-8"?>
<p:tagLst xmlns:p="http://schemas.openxmlformats.org/presentationml/2006/main">
  <p:tag name="KSO_WM_UNIT_TYPE" val="i"/>
  <p:tag name="KSO_WM_UNIT_INDEX" val="44"/>
  <p:tag name="KSO_WM_BEAUTIFY_FLAG" val="#wm#"/>
  <p:tag name="KSO_WM_TAG_VERSION" val="3.0"/>
  <p:tag name="LayoutZOrder" val="44"/>
  <p:tag name="KSO_WM_UNIT_ID" val="_9*i*4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1.xml><?xml version="1.0" encoding="utf-8"?>
<p:tagLst xmlns:p="http://schemas.openxmlformats.org/presentationml/2006/main">
  <p:tag name="KSO_WM_UNIT_TYPE" val="i"/>
  <p:tag name="KSO_WM_UNIT_INDEX" val="43"/>
  <p:tag name="KSO_WM_BEAUTIFY_FLAG" val="#wm#"/>
  <p:tag name="KSO_WM_TAG_VERSION" val="3.0"/>
  <p:tag name="LayoutZOrder" val="45"/>
  <p:tag name="KSO_WM_UNIT_ID" val="_9*i*4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2.xml><?xml version="1.0" encoding="utf-8"?>
<p:tagLst xmlns:p="http://schemas.openxmlformats.org/presentationml/2006/main">
  <p:tag name="KSO_WM_UNIT_TYPE" val="i"/>
  <p:tag name="KSO_WM_UNIT_INDEX" val="39"/>
  <p:tag name="KSO_WM_BEAUTIFY_FLAG" val="#wm#"/>
  <p:tag name="KSO_WM_TAG_VERSION" val="3.0"/>
  <p:tag name="LayoutZOrder" val="46"/>
  <p:tag name="KSO_WM_UNIT_ID" val="_9*i*3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3.xml><?xml version="1.0" encoding="utf-8"?>
<p:tagLst xmlns:p="http://schemas.openxmlformats.org/presentationml/2006/main">
  <p:tag name="KSO_WM_UNIT_TYPE" val="i"/>
  <p:tag name="KSO_WM_UNIT_INDEX" val="34"/>
  <p:tag name="KSO_WM_BEAUTIFY_FLAG" val="#wm#"/>
  <p:tag name="KSO_WM_TAG_VERSION" val="3.0"/>
  <p:tag name="LayoutZOrder" val="47"/>
  <p:tag name="KSO_WM_UNIT_ID" val="_9*i*3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4.xml><?xml version="1.0" encoding="utf-8"?>
<p:tagLst xmlns:p="http://schemas.openxmlformats.org/presentationml/2006/main">
  <p:tag name="KSO_WM_UNIT_TYPE" val="i"/>
  <p:tag name="KSO_WM_UNIT_INDEX" val="22"/>
  <p:tag name="KSO_WM_BEAUTIFY_FLAG" val="#wm#"/>
  <p:tag name="KSO_WM_TAG_VERSION" val="3.0"/>
  <p:tag name="LayoutZOrder" val="48"/>
  <p:tag name="KSO_WM_UNIT_ID" val="_9*i*2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5.xml><?xml version="1.0" encoding="utf-8"?>
<p:tagLst xmlns:p="http://schemas.openxmlformats.org/presentationml/2006/main">
  <p:tag name="KSO_WM_UNIT_TYPE" val="i"/>
  <p:tag name="KSO_WM_UNIT_INDEX" val="16"/>
  <p:tag name="KSO_WM_BEAUTIFY_FLAG" val="#wm#"/>
  <p:tag name="KSO_WM_TAG_VERSION" val="3.0"/>
  <p:tag name="LayoutZOrder" val="49"/>
  <p:tag name="KSO_WM_UNIT_ID" val="_9*i*1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6.xml><?xml version="1.0" encoding="utf-8"?>
<p:tagLst xmlns:p="http://schemas.openxmlformats.org/presentationml/2006/main">
  <p:tag name="KSO_WM_UNIT_TYPE" val="i"/>
  <p:tag name="KSO_WM_UNIT_INDEX" val="12"/>
  <p:tag name="KSO_WM_BEAUTIFY_FLAG" val="#wm#"/>
  <p:tag name="KSO_WM_TAG_VERSION" val="3.0"/>
  <p:tag name="LayoutZOrder" val="50"/>
  <p:tag name="KSO_WM_UNIT_ID" val="_9*i*1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7.xml><?xml version="1.0" encoding="utf-8"?>
<p:tagLst xmlns:p="http://schemas.openxmlformats.org/presentationml/2006/main">
  <p:tag name="KSO_WM_UNIT_TYPE" val="i"/>
  <p:tag name="KSO_WM_UNIT_INDEX" val="6"/>
  <p:tag name="KSO_WM_BEAUTIFY_FLAG" val="#wm#"/>
  <p:tag name="KSO_WM_TAG_VERSION" val="3.0"/>
  <p:tag name="LayoutZOrder" val="51"/>
  <p:tag name="KSO_WM_UNIT_ID" val="_9*i*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8.xml><?xml version="1.0" encoding="utf-8"?>
<p:tagLst xmlns:p="http://schemas.openxmlformats.org/presentationml/2006/main">
  <p:tag name="LayoutZOrder" val="5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9.xml><?xml version="1.0" encoding="utf-8"?>
<p:tagLst xmlns:p="http://schemas.openxmlformats.org/presentationml/2006/main">
  <p:tag name="LayoutZOrder" val="53"/>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0.xml><?xml version="1.0" encoding="utf-8"?>
<p:tagLst xmlns:p="http://schemas.openxmlformats.org/presentationml/2006/main">
  <p:tag name="LayoutZOrder" val="54"/>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1.xml><?xml version="1.0" encoding="utf-8"?>
<p:tagLst xmlns:p="http://schemas.openxmlformats.org/presentationml/2006/main">
  <p:tag name="LayoutZOrder" val="55"/>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2.xml><?xml version="1.0" encoding="utf-8"?>
<p:tagLst xmlns:p="http://schemas.openxmlformats.org/presentationml/2006/main">
  <p:tag name="LayoutZOrder" val="56"/>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3.xml><?xml version="1.0" encoding="utf-8"?>
<p:tagLst xmlns:p="http://schemas.openxmlformats.org/presentationml/2006/main">
  <p:tag name="LayoutZOrder" val="57"/>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4.xml><?xml version="1.0" encoding="utf-8"?>
<p:tagLst xmlns:p="http://schemas.openxmlformats.org/presentationml/2006/main">
  <p:tag name="LayoutZOrder" val="58"/>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5.xml><?xml version="1.0" encoding="utf-8"?>
<p:tagLst xmlns:p="http://schemas.openxmlformats.org/presentationml/2006/main">
  <p:tag name="LayoutZOrder" val="59"/>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6.xml><?xml version="1.0" encoding="utf-8"?>
<p:tagLst xmlns:p="http://schemas.openxmlformats.org/presentationml/2006/main">
  <p:tag name="LayoutZOrder" val="60"/>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7.xml><?xml version="1.0" encoding="utf-8"?>
<p:tagLst xmlns:p="http://schemas.openxmlformats.org/presentationml/2006/main">
  <p:tag name="LayoutZOrder" val="61"/>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8.xml><?xml version="1.0" encoding="utf-8"?>
<p:tagLst xmlns:p="http://schemas.openxmlformats.org/presentationml/2006/main">
  <p:tag name="LayoutZOrder" val="6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9.xml><?xml version="1.0" encoding="utf-8"?>
<p:tagLst xmlns:p="http://schemas.openxmlformats.org/presentationml/2006/main">
  <p:tag name="LayoutZOrder" val="63"/>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0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1.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2.xml><?xml version="1.0" encoding="utf-8"?>
<p:tagLst xmlns:p="http://schemas.openxmlformats.org/presentationml/2006/main">
  <p:tag name="KSO_WM_UNIT_TYPE" val="f"/>
  <p:tag name="KSO_WM_BEAUTIFY_FLAG" val="#wm#"/>
  <p:tag name="KSO_WM_FIGMA_FLAG" val="#fgm#"/>
  <p:tag name="KSO_WM_UNIT_INDEX" val="1"/>
  <p:tag name="KSO_WM_UNIT_SUBTYPE" val="c"/>
  <p:tag name="KSO_WM_UNIT_TEXT_TYPE" val="1"/>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3.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7dfd0c7fd44027d9c944b3c38946d5942b9b3152"/>
  <p:tag name="KSO_WM_NEWLAYOUT_ID" val="5"/>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4.xml><?xml version="1.0" encoding="utf-8"?>
<p:tagLst xmlns:p="http://schemas.openxmlformats.org/presentationml/2006/main">
  <p:tag name="KSO_WM_UNIT_HIGHLIGHT" val="0"/>
  <p:tag name="KSO_WM_BEAUTIFY_FLAG" val="#wm#"/>
  <p:tag name="KSO_WM_FIGMA_FLAG" val="#fgm#"/>
  <p:tag name="KSO_WM_UNIT_INDEX" val="2"/>
  <p:tag name="KSO_WM_UNIT_SUBTYPE" val="b"/>
  <p:tag name="KSO_WM_UNIT_TEXT_TYPE" val="1"/>
  <p:tag name="KSO_WM_UNIT_TYPE" val="f"/>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5.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0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10.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11.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12.xml><?xml version="1.0" encoding="utf-8"?>
<p:tagLst xmlns:p="http://schemas.openxmlformats.org/presentationml/2006/main">
  <p:tag name="LayoutZOrder" val="2"/>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3.xml><?xml version="1.0" encoding="utf-8"?>
<p:tagLst xmlns:p="http://schemas.openxmlformats.org/presentationml/2006/main">
  <p:tag name="KSO_WM_UNIT_TYPE" val="i"/>
  <p:tag name="KSO_WM_UNIT_INDEX" val="2"/>
  <p:tag name="KSO_WM_BEAUTIFY_FLAG" val="#wm#"/>
  <p:tag name="KSO_WM_TAG_VERSION" val="3.0"/>
  <p:tag name="LayoutZOrder" val="4"/>
  <p:tag name="KSO_WM_UNIT_ID" val="_11*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4.xml><?xml version="1.0" encoding="utf-8"?>
<p:tagLst xmlns:p="http://schemas.openxmlformats.org/presentationml/2006/main">
  <p:tag name="KSO_WM_UNIT_TYPE" val="i"/>
  <p:tag name="KSO_WM_UNIT_INDEX" val="36"/>
  <p:tag name="KSO_WM_BEAUTIFY_FLAG" val="#wm#"/>
  <p:tag name="KSO_WM_TAG_VERSION" val="3.0"/>
  <p:tag name="LayoutZOrder" val="5"/>
  <p:tag name="KSO_WM_UNIT_ID" val="_11*i*3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5.xml><?xml version="1.0" encoding="utf-8"?>
<p:tagLst xmlns:p="http://schemas.openxmlformats.org/presentationml/2006/main">
  <p:tag name="KSO_WM_UNIT_TYPE" val="i"/>
  <p:tag name="KSO_WM_UNIT_INDEX" val="30"/>
  <p:tag name="KSO_WM_BEAUTIFY_FLAG" val="#wm#"/>
  <p:tag name="KSO_WM_TAG_VERSION" val="3.0"/>
  <p:tag name="LayoutZOrder" val="6"/>
  <p:tag name="KSO_WM_UNIT_ID" val="_11*i*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6.xml><?xml version="1.0" encoding="utf-8"?>
<p:tagLst xmlns:p="http://schemas.openxmlformats.org/presentationml/2006/main">
  <p:tag name="KSO_WM_UNIT_TYPE" val="i"/>
  <p:tag name="KSO_WM_UNIT_INDEX" val="25"/>
  <p:tag name="KSO_WM_BEAUTIFY_FLAG" val="#wm#"/>
  <p:tag name="KSO_WM_TAG_VERSION" val="3.0"/>
  <p:tag name="LayoutZOrder" val="7"/>
  <p:tag name="KSO_WM_UNIT_ID" val="_11*i*2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7.xml><?xml version="1.0" encoding="utf-8"?>
<p:tagLst xmlns:p="http://schemas.openxmlformats.org/presentationml/2006/main">
  <p:tag name="KSO_WM_UNIT_TYPE" val="i"/>
  <p:tag name="KSO_WM_UNIT_INDEX" val="18"/>
  <p:tag name="KSO_WM_BEAUTIFY_FLAG" val="#wm#"/>
  <p:tag name="KSO_WM_TAG_VERSION" val="3.0"/>
  <p:tag name="LayoutZOrder" val="8"/>
  <p:tag name="KSO_WM_UNIT_ID" val="_11*i*1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8.xml><?xml version="1.0" encoding="utf-8"?>
<p:tagLst xmlns:p="http://schemas.openxmlformats.org/presentationml/2006/main">
  <p:tag name="KSO_WM_UNIT_TYPE" val="i"/>
  <p:tag name="KSO_WM_UNIT_INDEX" val="3"/>
  <p:tag name="KSO_WM_BEAUTIFY_FLAG" val="#wm#"/>
  <p:tag name="KSO_WM_TAG_VERSION" val="3.0"/>
  <p:tag name="LayoutZOrder" val="9"/>
  <p:tag name="KSO_WM_UNIT_ID" val="_11*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9.xml><?xml version="1.0" encoding="utf-8"?>
<p:tagLst xmlns:p="http://schemas.openxmlformats.org/presentationml/2006/main">
  <p:tag name="KSO_WM_UNIT_TYPE" val="i"/>
  <p:tag name="KSO_WM_UNIT_INDEX" val="38"/>
  <p:tag name="KSO_WM_BEAUTIFY_FLAG" val="#wm#"/>
  <p:tag name="KSO_WM_TAG_VERSION" val="3.0"/>
  <p:tag name="LayoutZOrder" val="10"/>
  <p:tag name="KSO_WM_UNIT_ID" val="_11*i*3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0.xml><?xml version="1.0" encoding="utf-8"?>
<p:tagLst xmlns:p="http://schemas.openxmlformats.org/presentationml/2006/main">
  <p:tag name="KSO_WM_UNIT_TYPE" val="i"/>
  <p:tag name="KSO_WM_UNIT_INDEX" val="33"/>
  <p:tag name="KSO_WM_BEAUTIFY_FLAG" val="#wm#"/>
  <p:tag name="KSO_WM_TAG_VERSION" val="3.0"/>
  <p:tag name="LayoutZOrder" val="11"/>
  <p:tag name="KSO_WM_UNIT_ID" val="_11*i*3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1.xml><?xml version="1.0" encoding="utf-8"?>
<p:tagLst xmlns:p="http://schemas.openxmlformats.org/presentationml/2006/main">
  <p:tag name="KSO_WM_UNIT_TYPE" val="i"/>
  <p:tag name="KSO_WM_UNIT_INDEX" val="28"/>
  <p:tag name="KSO_WM_BEAUTIFY_FLAG" val="#wm#"/>
  <p:tag name="KSO_WM_TAG_VERSION" val="3.0"/>
  <p:tag name="LayoutZOrder" val="12"/>
  <p:tag name="KSO_WM_UNIT_ID" val="_11*i*2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2.xml><?xml version="1.0" encoding="utf-8"?>
<p:tagLst xmlns:p="http://schemas.openxmlformats.org/presentationml/2006/main">
  <p:tag name="KSO_WM_UNIT_TYPE" val="i"/>
  <p:tag name="KSO_WM_UNIT_INDEX" val="21"/>
  <p:tag name="KSO_WM_BEAUTIFY_FLAG" val="#wm#"/>
  <p:tag name="KSO_WM_TAG_VERSION" val="3.0"/>
  <p:tag name="LayoutZOrder" val="13"/>
  <p:tag name="KSO_WM_UNIT_ID" val="_11*i*2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3.xml><?xml version="1.0" encoding="utf-8"?>
<p:tagLst xmlns:p="http://schemas.openxmlformats.org/presentationml/2006/main">
  <p:tag name="KSO_WM_UNIT_TYPE" val="i"/>
  <p:tag name="KSO_WM_UNIT_INDEX" val="11"/>
  <p:tag name="KSO_WM_BEAUTIFY_FLAG" val="#wm#"/>
  <p:tag name="KSO_WM_TAG_VERSION" val="3.0"/>
  <p:tag name="LayoutZOrder" val="14"/>
  <p:tag name="KSO_WM_UNIT_ID" val="_11*i*1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4.xml><?xml version="1.0" encoding="utf-8"?>
<p:tagLst xmlns:p="http://schemas.openxmlformats.org/presentationml/2006/main">
  <p:tag name="KSO_WM_UNIT_TYPE" val="i"/>
  <p:tag name="KSO_WM_UNIT_INDEX" val="5"/>
  <p:tag name="KSO_WM_BEAUTIFY_FLAG" val="#wm#"/>
  <p:tag name="KSO_WM_TAG_VERSION" val="3.0"/>
  <p:tag name="LayoutZOrder" val="15"/>
  <p:tag name="KSO_WM_UNIT_ID" val="_11*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5.xml><?xml version="1.0" encoding="utf-8"?>
<p:tagLst xmlns:p="http://schemas.openxmlformats.org/presentationml/2006/main">
  <p:tag name="KSO_WM_UNIT_TYPE" val="i"/>
  <p:tag name="KSO_WM_UNIT_INDEX" val="24"/>
  <p:tag name="KSO_WM_BEAUTIFY_FLAG" val="#wm#"/>
  <p:tag name="KSO_WM_TAG_VERSION" val="3.0"/>
  <p:tag name="LayoutZOrder" val="16"/>
  <p:tag name="KSO_WM_UNIT_ID" val="_11*i*2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6.xml><?xml version="1.0" encoding="utf-8"?>
<p:tagLst xmlns:p="http://schemas.openxmlformats.org/presentationml/2006/main">
  <p:tag name="KSO_WM_UNIT_TYPE" val="i"/>
  <p:tag name="KSO_WM_UNIT_INDEX" val="17"/>
  <p:tag name="KSO_WM_BEAUTIFY_FLAG" val="#wm#"/>
  <p:tag name="KSO_WM_TAG_VERSION" val="3.0"/>
  <p:tag name="LayoutZOrder" val="17"/>
  <p:tag name="KSO_WM_UNIT_ID" val="_11*i*1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7.xml><?xml version="1.0" encoding="utf-8"?>
<p:tagLst xmlns:p="http://schemas.openxmlformats.org/presentationml/2006/main">
  <p:tag name="KSO_WM_UNIT_TYPE" val="i"/>
  <p:tag name="KSO_WM_UNIT_INDEX" val="13"/>
  <p:tag name="KSO_WM_BEAUTIFY_FLAG" val="#wm#"/>
  <p:tag name="KSO_WM_TAG_VERSION" val="3.0"/>
  <p:tag name="LayoutZOrder" val="18"/>
  <p:tag name="KSO_WM_UNIT_ID" val="_11*i*1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8.xml><?xml version="1.0" encoding="utf-8"?>
<p:tagLst xmlns:p="http://schemas.openxmlformats.org/presentationml/2006/main">
  <p:tag name="KSO_WM_UNIT_TYPE" val="i"/>
  <p:tag name="KSO_WM_UNIT_INDEX" val="8"/>
  <p:tag name="KSO_WM_BEAUTIFY_FLAG" val="#wm#"/>
  <p:tag name="KSO_WM_TAG_VERSION" val="3.0"/>
  <p:tag name="LayoutZOrder" val="19"/>
  <p:tag name="KSO_WM_UNIT_ID" val="_11*i*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9.xml><?xml version="1.0" encoding="utf-8"?>
<p:tagLst xmlns:p="http://schemas.openxmlformats.org/presentationml/2006/main">
  <p:tag name="KSO_WM_UNIT_TYPE" val="i"/>
  <p:tag name="KSO_WM_UNIT_INDEX" val="42"/>
  <p:tag name="KSO_WM_BEAUTIFY_FLAG" val="#wm#"/>
  <p:tag name="KSO_WM_TAG_VERSION" val="3.0"/>
  <p:tag name="LayoutZOrder" val="20"/>
  <p:tag name="KSO_WM_UNIT_ID" val="_11*i*4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0.xml><?xml version="1.0" encoding="utf-8"?>
<p:tagLst xmlns:p="http://schemas.openxmlformats.org/presentationml/2006/main">
  <p:tag name="KSO_WM_UNIT_TYPE" val="i"/>
  <p:tag name="KSO_WM_UNIT_INDEX" val="37"/>
  <p:tag name="KSO_WM_BEAUTIFY_FLAG" val="#wm#"/>
  <p:tag name="KSO_WM_TAG_VERSION" val="3.0"/>
  <p:tag name="LayoutZOrder" val="21"/>
  <p:tag name="KSO_WM_UNIT_ID" val="_11*i*3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1.xml><?xml version="1.0" encoding="utf-8"?>
<p:tagLst xmlns:p="http://schemas.openxmlformats.org/presentationml/2006/main">
  <p:tag name="KSO_WM_UNIT_TYPE" val="i"/>
  <p:tag name="KSO_WM_UNIT_INDEX" val="32"/>
  <p:tag name="KSO_WM_BEAUTIFY_FLAG" val="#wm#"/>
  <p:tag name="KSO_WM_TAG_VERSION" val="3.0"/>
  <p:tag name="LayoutZOrder" val="22"/>
  <p:tag name="KSO_WM_UNIT_ID" val="_11*i*3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2.xml><?xml version="1.0" encoding="utf-8"?>
<p:tagLst xmlns:p="http://schemas.openxmlformats.org/presentationml/2006/main">
  <p:tag name="KSO_WM_UNIT_TYPE" val="i"/>
  <p:tag name="KSO_WM_UNIT_INDEX" val="27"/>
  <p:tag name="KSO_WM_BEAUTIFY_FLAG" val="#wm#"/>
  <p:tag name="KSO_WM_TAG_VERSION" val="3.0"/>
  <p:tag name="LayoutZOrder" val="23"/>
  <p:tag name="KSO_WM_UNIT_ID" val="_11*i*2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3.xml><?xml version="1.0" encoding="utf-8"?>
<p:tagLst xmlns:p="http://schemas.openxmlformats.org/presentationml/2006/main">
  <p:tag name="KSO_WM_UNIT_TYPE" val="i"/>
  <p:tag name="KSO_WM_UNIT_INDEX" val="20"/>
  <p:tag name="KSO_WM_BEAUTIFY_FLAG" val="#wm#"/>
  <p:tag name="KSO_WM_TAG_VERSION" val="3.0"/>
  <p:tag name="LayoutZOrder" val="24"/>
  <p:tag name="KSO_WM_UNIT_ID" val="_11*i*2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4.xml><?xml version="1.0" encoding="utf-8"?>
<p:tagLst xmlns:p="http://schemas.openxmlformats.org/presentationml/2006/main">
  <p:tag name="KSO_WM_UNIT_TYPE" val="i"/>
  <p:tag name="KSO_WM_UNIT_INDEX" val="15"/>
  <p:tag name="KSO_WM_BEAUTIFY_FLAG" val="#wm#"/>
  <p:tag name="KSO_WM_TAG_VERSION" val="3.0"/>
  <p:tag name="LayoutZOrder" val="25"/>
  <p:tag name="KSO_WM_UNIT_ID" val="_11*i*1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5.xml><?xml version="1.0" encoding="utf-8"?>
<p:tagLst xmlns:p="http://schemas.openxmlformats.org/presentationml/2006/main">
  <p:tag name="KSO_WM_UNIT_TYPE" val="i"/>
  <p:tag name="KSO_WM_UNIT_INDEX" val="10"/>
  <p:tag name="KSO_WM_BEAUTIFY_FLAG" val="#wm#"/>
  <p:tag name="KSO_WM_TAG_VERSION" val="3.0"/>
  <p:tag name="LayoutZOrder" val="26"/>
  <p:tag name="KSO_WM_UNIT_ID" val="_11*i*1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6.xml><?xml version="1.0" encoding="utf-8"?>
<p:tagLst xmlns:p="http://schemas.openxmlformats.org/presentationml/2006/main">
  <p:tag name="KSO_WM_UNIT_TYPE" val="i"/>
  <p:tag name="KSO_WM_UNIT_INDEX" val="40"/>
  <p:tag name="KSO_WM_BEAUTIFY_FLAG" val="#wm#"/>
  <p:tag name="KSO_WM_TAG_VERSION" val="3.0"/>
  <p:tag name="LayoutZOrder" val="27"/>
  <p:tag name="KSO_WM_UNIT_ID" val="_11*i*4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7.xml><?xml version="1.0" encoding="utf-8"?>
<p:tagLst xmlns:p="http://schemas.openxmlformats.org/presentationml/2006/main">
  <p:tag name="KSO_WM_UNIT_TYPE" val="i"/>
  <p:tag name="KSO_WM_UNIT_INDEX" val="35"/>
  <p:tag name="KSO_WM_BEAUTIFY_FLAG" val="#wm#"/>
  <p:tag name="KSO_WM_TAG_VERSION" val="3.0"/>
  <p:tag name="LayoutZOrder" val="28"/>
  <p:tag name="KSO_WM_UNIT_ID" val="_11*i*3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8.xml><?xml version="1.0" encoding="utf-8"?>
<p:tagLst xmlns:p="http://schemas.openxmlformats.org/presentationml/2006/main">
  <p:tag name="KSO_WM_UNIT_TYPE" val="i"/>
  <p:tag name="KSO_WM_UNIT_INDEX" val="29"/>
  <p:tag name="KSO_WM_BEAUTIFY_FLAG" val="#wm#"/>
  <p:tag name="KSO_WM_TAG_VERSION" val="3.0"/>
  <p:tag name="LayoutZOrder" val="29"/>
  <p:tag name="KSO_WM_UNIT_ID" val="_11*i*2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9.xml><?xml version="1.0" encoding="utf-8"?>
<p:tagLst xmlns:p="http://schemas.openxmlformats.org/presentationml/2006/main">
  <p:tag name="KSO_WM_UNIT_TYPE" val="i"/>
  <p:tag name="KSO_WM_UNIT_INDEX" val="23"/>
  <p:tag name="KSO_WM_BEAUTIFY_FLAG" val="#wm#"/>
  <p:tag name="KSO_WM_TAG_VERSION" val="3.0"/>
  <p:tag name="LayoutZOrder" val="30"/>
  <p:tag name="KSO_WM_UNIT_ID" val="_11*i*2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0.xml><?xml version="1.0" encoding="utf-8"?>
<p:tagLst xmlns:p="http://schemas.openxmlformats.org/presentationml/2006/main">
  <p:tag name="KSO_WM_UNIT_TYPE" val="i"/>
  <p:tag name="KSO_WM_UNIT_INDEX" val="7"/>
  <p:tag name="KSO_WM_BEAUTIFY_FLAG" val="#wm#"/>
  <p:tag name="KSO_WM_TAG_VERSION" val="3.0"/>
  <p:tag name="LayoutZOrder" val="31"/>
  <p:tag name="KSO_WM_UNIT_ID" val="_11*i*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1.xml><?xml version="1.0" encoding="utf-8"?>
<p:tagLst xmlns:p="http://schemas.openxmlformats.org/presentationml/2006/main">
  <p:tag name="KSO_WM_UNIT_TYPE" val="i"/>
  <p:tag name="KSO_WM_UNIT_INDEX" val="1"/>
  <p:tag name="KSO_WM_BEAUTIFY_FLAG" val="#wm#"/>
  <p:tag name="KSO_WM_TAG_VERSION" val="3.0"/>
  <p:tag name="LayoutZOrder" val="32"/>
  <p:tag name="KSO_WM_UNIT_ID" val="_11*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2.xml><?xml version="1.0" encoding="utf-8"?>
<p:tagLst xmlns:p="http://schemas.openxmlformats.org/presentationml/2006/main">
  <p:tag name="KSO_WM_UNIT_TYPE" val="i"/>
  <p:tag name="KSO_WM_UNIT_INDEX" val="45"/>
  <p:tag name="KSO_WM_BEAUTIFY_FLAG" val="#wm#"/>
  <p:tag name="KSO_WM_TAG_VERSION" val="3.0"/>
  <p:tag name="LayoutZOrder" val="33"/>
  <p:tag name="KSO_WM_UNIT_ID" val="_11*i*4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3.xml><?xml version="1.0" encoding="utf-8"?>
<p:tagLst xmlns:p="http://schemas.openxmlformats.org/presentationml/2006/main">
  <p:tag name="KSO_WM_UNIT_TYPE" val="i"/>
  <p:tag name="KSO_WM_UNIT_INDEX" val="41"/>
  <p:tag name="KSO_WM_BEAUTIFY_FLAG" val="#wm#"/>
  <p:tag name="KSO_WM_TAG_VERSION" val="3.0"/>
  <p:tag name="LayoutZOrder" val="34"/>
  <p:tag name="KSO_WM_UNIT_ID" val="_11*i*4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4.xml><?xml version="1.0" encoding="utf-8"?>
<p:tagLst xmlns:p="http://schemas.openxmlformats.org/presentationml/2006/main">
  <p:tag name="KSO_WM_UNIT_TYPE" val="i"/>
  <p:tag name="KSO_WM_UNIT_INDEX" val="31"/>
  <p:tag name="KSO_WM_BEAUTIFY_FLAG" val="#wm#"/>
  <p:tag name="KSO_WM_TAG_VERSION" val="3.0"/>
  <p:tag name="LayoutZOrder" val="35"/>
  <p:tag name="KSO_WM_UNIT_ID" val="_11*i*3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5.xml><?xml version="1.0" encoding="utf-8"?>
<p:tagLst xmlns:p="http://schemas.openxmlformats.org/presentationml/2006/main">
  <p:tag name="KSO_WM_UNIT_TYPE" val="i"/>
  <p:tag name="KSO_WM_UNIT_INDEX" val="26"/>
  <p:tag name="KSO_WM_BEAUTIFY_FLAG" val="#wm#"/>
  <p:tag name="KSO_WM_TAG_VERSION" val="3.0"/>
  <p:tag name="LayoutZOrder" val="36"/>
  <p:tag name="KSO_WM_UNIT_ID" val="_11*i*2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6.xml><?xml version="1.0" encoding="utf-8"?>
<p:tagLst xmlns:p="http://schemas.openxmlformats.org/presentationml/2006/main">
  <p:tag name="KSO_WM_UNIT_TYPE" val="i"/>
  <p:tag name="KSO_WM_UNIT_INDEX" val="19"/>
  <p:tag name="KSO_WM_BEAUTIFY_FLAG" val="#wm#"/>
  <p:tag name="KSO_WM_TAG_VERSION" val="3.0"/>
  <p:tag name="LayoutZOrder" val="37"/>
  <p:tag name="KSO_WM_UNIT_ID" val="_11*i*1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7.xml><?xml version="1.0" encoding="utf-8"?>
<p:tagLst xmlns:p="http://schemas.openxmlformats.org/presentationml/2006/main">
  <p:tag name="KSO_WM_UNIT_TYPE" val="i"/>
  <p:tag name="KSO_WM_UNIT_INDEX" val="14"/>
  <p:tag name="KSO_WM_BEAUTIFY_FLAG" val="#wm#"/>
  <p:tag name="KSO_WM_TAG_VERSION" val="3.0"/>
  <p:tag name="LayoutZOrder" val="38"/>
  <p:tag name="KSO_WM_UNIT_ID" val="_11*i*1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8.xml><?xml version="1.0" encoding="utf-8"?>
<p:tagLst xmlns:p="http://schemas.openxmlformats.org/presentationml/2006/main">
  <p:tag name="KSO_WM_UNIT_TYPE" val="i"/>
  <p:tag name="KSO_WM_UNIT_INDEX" val="9"/>
  <p:tag name="KSO_WM_BEAUTIFY_FLAG" val="#wm#"/>
  <p:tag name="KSO_WM_TAG_VERSION" val="3.0"/>
  <p:tag name="LayoutZOrder" val="39"/>
  <p:tag name="KSO_WM_UNIT_ID" val="_11*i*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9.xml><?xml version="1.0" encoding="utf-8"?>
<p:tagLst xmlns:p="http://schemas.openxmlformats.org/presentationml/2006/main">
  <p:tag name="KSO_WM_UNIT_TYPE" val="i"/>
  <p:tag name="KSO_WM_UNIT_INDEX" val="4"/>
  <p:tag name="KSO_WM_BEAUTIFY_FLAG" val="#wm#"/>
  <p:tag name="KSO_WM_TAG_VERSION" val="3.0"/>
  <p:tag name="LayoutZOrder" val="40"/>
  <p:tag name="KSO_WM_UNIT_ID" val="_11*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0.xml><?xml version="1.0" encoding="utf-8"?>
<p:tagLst xmlns:p="http://schemas.openxmlformats.org/presentationml/2006/main">
  <p:tag name="KSO_WM_UNIT_TYPE" val="i"/>
  <p:tag name="KSO_WM_UNIT_INDEX" val="46"/>
  <p:tag name="KSO_WM_BEAUTIFY_FLAG" val="#wm#"/>
  <p:tag name="KSO_WM_TAG_VERSION" val="3.0"/>
  <p:tag name="LayoutZOrder" val="41"/>
  <p:tag name="KSO_WM_UNIT_ID" val="_11*i*4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1.xml><?xml version="1.0" encoding="utf-8"?>
<p:tagLst xmlns:p="http://schemas.openxmlformats.org/presentationml/2006/main">
  <p:tag name="KSO_WM_UNIT_TYPE" val="i"/>
  <p:tag name="KSO_WM_UNIT_INDEX" val="44"/>
  <p:tag name="KSO_WM_BEAUTIFY_FLAG" val="#wm#"/>
  <p:tag name="KSO_WM_TAG_VERSION" val="3.0"/>
  <p:tag name="LayoutZOrder" val="42"/>
  <p:tag name="KSO_WM_UNIT_ID" val="_11*i*4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2.xml><?xml version="1.0" encoding="utf-8"?>
<p:tagLst xmlns:p="http://schemas.openxmlformats.org/presentationml/2006/main">
  <p:tag name="KSO_WM_UNIT_TYPE" val="i"/>
  <p:tag name="KSO_WM_UNIT_INDEX" val="43"/>
  <p:tag name="KSO_WM_BEAUTIFY_FLAG" val="#wm#"/>
  <p:tag name="KSO_WM_TAG_VERSION" val="3.0"/>
  <p:tag name="LayoutZOrder" val="43"/>
  <p:tag name="KSO_WM_UNIT_ID" val="_11*i*4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3.xml><?xml version="1.0" encoding="utf-8"?>
<p:tagLst xmlns:p="http://schemas.openxmlformats.org/presentationml/2006/main">
  <p:tag name="KSO_WM_UNIT_TYPE" val="i"/>
  <p:tag name="KSO_WM_UNIT_INDEX" val="39"/>
  <p:tag name="KSO_WM_BEAUTIFY_FLAG" val="#wm#"/>
  <p:tag name="KSO_WM_TAG_VERSION" val="3.0"/>
  <p:tag name="LayoutZOrder" val="44"/>
  <p:tag name="KSO_WM_UNIT_ID" val="_11*i*3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4.xml><?xml version="1.0" encoding="utf-8"?>
<p:tagLst xmlns:p="http://schemas.openxmlformats.org/presentationml/2006/main">
  <p:tag name="KSO_WM_UNIT_TYPE" val="i"/>
  <p:tag name="KSO_WM_UNIT_INDEX" val="34"/>
  <p:tag name="KSO_WM_BEAUTIFY_FLAG" val="#wm#"/>
  <p:tag name="KSO_WM_TAG_VERSION" val="3.0"/>
  <p:tag name="LayoutZOrder" val="45"/>
  <p:tag name="KSO_WM_UNIT_ID" val="_11*i*3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5.xml><?xml version="1.0" encoding="utf-8"?>
<p:tagLst xmlns:p="http://schemas.openxmlformats.org/presentationml/2006/main">
  <p:tag name="KSO_WM_UNIT_TYPE" val="i"/>
  <p:tag name="KSO_WM_UNIT_INDEX" val="22"/>
  <p:tag name="KSO_WM_BEAUTIFY_FLAG" val="#wm#"/>
  <p:tag name="KSO_WM_TAG_VERSION" val="3.0"/>
  <p:tag name="LayoutZOrder" val="46"/>
  <p:tag name="KSO_WM_UNIT_ID" val="_11*i*2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6.xml><?xml version="1.0" encoding="utf-8"?>
<p:tagLst xmlns:p="http://schemas.openxmlformats.org/presentationml/2006/main">
  <p:tag name="KSO_WM_UNIT_TYPE" val="i"/>
  <p:tag name="KSO_WM_UNIT_INDEX" val="16"/>
  <p:tag name="KSO_WM_BEAUTIFY_FLAG" val="#wm#"/>
  <p:tag name="KSO_WM_TAG_VERSION" val="3.0"/>
  <p:tag name="LayoutZOrder" val="47"/>
  <p:tag name="KSO_WM_UNIT_ID" val="_11*i*1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7.xml><?xml version="1.0" encoding="utf-8"?>
<p:tagLst xmlns:p="http://schemas.openxmlformats.org/presentationml/2006/main">
  <p:tag name="KSO_WM_UNIT_TYPE" val="i"/>
  <p:tag name="KSO_WM_UNIT_INDEX" val="12"/>
  <p:tag name="KSO_WM_BEAUTIFY_FLAG" val="#wm#"/>
  <p:tag name="KSO_WM_TAG_VERSION" val="3.0"/>
  <p:tag name="LayoutZOrder" val="48"/>
  <p:tag name="KSO_WM_UNIT_ID" val="_11*i*1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8.xml><?xml version="1.0" encoding="utf-8"?>
<p:tagLst xmlns:p="http://schemas.openxmlformats.org/presentationml/2006/main">
  <p:tag name="KSO_WM_UNIT_TYPE" val="i"/>
  <p:tag name="KSO_WM_UNIT_INDEX" val="6"/>
  <p:tag name="KSO_WM_BEAUTIFY_FLAG" val="#wm#"/>
  <p:tag name="KSO_WM_TAG_VERSION" val="3.0"/>
  <p:tag name="LayoutZOrder" val="49"/>
  <p:tag name="KSO_WM_UNIT_ID" val="_11*i*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9.xml><?xml version="1.0" encoding="utf-8"?>
<p:tagLst xmlns:p="http://schemas.openxmlformats.org/presentationml/2006/main">
  <p:tag name="LayoutZOrder" val="50"/>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0.xml><?xml version="1.0" encoding="utf-8"?>
<p:tagLst xmlns:p="http://schemas.openxmlformats.org/presentationml/2006/main">
  <p:tag name="LayoutZOrder" val="51"/>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1.xml><?xml version="1.0" encoding="utf-8"?>
<p:tagLst xmlns:p="http://schemas.openxmlformats.org/presentationml/2006/main">
  <p:tag name="LayoutZOrder" val="52"/>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2.xml><?xml version="1.0" encoding="utf-8"?>
<p:tagLst xmlns:p="http://schemas.openxmlformats.org/presentationml/2006/main">
  <p:tag name="LayoutZOrder" val="53"/>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3.xml><?xml version="1.0" encoding="utf-8"?>
<p:tagLst xmlns:p="http://schemas.openxmlformats.org/presentationml/2006/main">
  <p:tag name="LayoutZOrder" val="54"/>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4.xml><?xml version="1.0" encoding="utf-8"?>
<p:tagLst xmlns:p="http://schemas.openxmlformats.org/presentationml/2006/main">
  <p:tag name="LayoutZOrder" val="55"/>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5.xml><?xml version="1.0" encoding="utf-8"?>
<p:tagLst xmlns:p="http://schemas.openxmlformats.org/presentationml/2006/main">
  <p:tag name="LayoutZOrder" val="56"/>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6.xml><?xml version="1.0" encoding="utf-8"?>
<p:tagLst xmlns:p="http://schemas.openxmlformats.org/presentationml/2006/main">
  <p:tag name="LayoutZOrder" val="57"/>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7.xml><?xml version="1.0" encoding="utf-8"?>
<p:tagLst xmlns:p="http://schemas.openxmlformats.org/presentationml/2006/main">
  <p:tag name="LayoutZOrder" val="58"/>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8.xml><?xml version="1.0" encoding="utf-8"?>
<p:tagLst xmlns:p="http://schemas.openxmlformats.org/presentationml/2006/main">
  <p:tag name="LayoutZOrder" val="59"/>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9.xml><?xml version="1.0" encoding="utf-8"?>
<p:tagLst xmlns:p="http://schemas.openxmlformats.org/presentationml/2006/main">
  <p:tag name="LayoutZOrder" val="60"/>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70.xml><?xml version="1.0" encoding="utf-8"?>
<p:tagLst xmlns:p="http://schemas.openxmlformats.org/presentationml/2006/main">
  <p:tag name="LayoutZOrder" val="61"/>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 name="KSO_WM_UNIT_ISNUMDGMTITLE" val="0"/>
  <p:tag name="KSO_WM_TEMPLATE_INDEX" val="40480757"/>
  <p:tag name="KSO_WM_TEMPLATE_CATEGORY" val="custo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74.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75.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f67e036cd22d0956b3b417ca765f55644ffe6b4a"/>
  <p:tag name="KSO_WM_NEWLAYOUT_ID" val="17"/>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7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80.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181.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85f6bf2511211bce45dcc1da9b33f10cab30aa1d"/>
  <p:tag name="KSO_WM_NEWLAYOUT_ID" val="1"/>
</p:tagLst>
</file>

<file path=ppt/tags/tag182.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18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18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85.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18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18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88.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18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19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91.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192.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193.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94.xml><?xml version="1.0" encoding="utf-8"?>
<p:tagLst xmlns:p="http://schemas.openxmlformats.org/presentationml/2006/main">
  <p:tag name="LayoutZOrder" val="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5.xml><?xml version="1.0" encoding="utf-8"?>
<p:tagLst xmlns:p="http://schemas.openxmlformats.org/presentationml/2006/main">
  <p:tag name="KSO_WM_UNIT_TYPE" val="i"/>
  <p:tag name="KSO_WM_UNIT_INDEX" val="2"/>
  <p:tag name="KSO_WM_BEAUTIFY_FLAG" val="#wm#"/>
  <p:tag name="KSO_WM_TAG_VERSION" val="3.0"/>
  <p:tag name="LayoutZOrder" val="6"/>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6.xml><?xml version="1.0" encoding="utf-8"?>
<p:tagLst xmlns:p="http://schemas.openxmlformats.org/presentationml/2006/main">
  <p:tag name="KSO_WM_UNIT_TYPE" val="i"/>
  <p:tag name="KSO_WM_UNIT_INDEX" val="36"/>
  <p:tag name="KSO_WM_BEAUTIFY_FLAG" val="#wm#"/>
  <p:tag name="KSO_WM_TAG_VERSION" val="3.0"/>
  <p:tag name="LayoutZOrder" val="7"/>
  <p:tag name="KSO_WM_UNIT_ID" val="_9*i*3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7.xml><?xml version="1.0" encoding="utf-8"?>
<p:tagLst xmlns:p="http://schemas.openxmlformats.org/presentationml/2006/main">
  <p:tag name="KSO_WM_UNIT_TYPE" val="i"/>
  <p:tag name="KSO_WM_UNIT_INDEX" val="30"/>
  <p:tag name="KSO_WM_BEAUTIFY_FLAG" val="#wm#"/>
  <p:tag name="KSO_WM_TAG_VERSION" val="3.0"/>
  <p:tag name="LayoutZOrder" val="8"/>
  <p:tag name="KSO_WM_UNIT_ID" val="_9*i*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8.xml><?xml version="1.0" encoding="utf-8"?>
<p:tagLst xmlns:p="http://schemas.openxmlformats.org/presentationml/2006/main">
  <p:tag name="KSO_WM_UNIT_TYPE" val="i"/>
  <p:tag name="KSO_WM_UNIT_INDEX" val="25"/>
  <p:tag name="KSO_WM_BEAUTIFY_FLAG" val="#wm#"/>
  <p:tag name="KSO_WM_TAG_VERSION" val="3.0"/>
  <p:tag name="LayoutZOrder" val="9"/>
  <p:tag name="KSO_WM_UNIT_ID" val="_9*i*2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9.xml><?xml version="1.0" encoding="utf-8"?>
<p:tagLst xmlns:p="http://schemas.openxmlformats.org/presentationml/2006/main">
  <p:tag name="KSO_WM_UNIT_TYPE" val="i"/>
  <p:tag name="KSO_WM_UNIT_INDEX" val="18"/>
  <p:tag name="KSO_WM_BEAUTIFY_FLAG" val="#wm#"/>
  <p:tag name="KSO_WM_TAG_VERSION" val="3.0"/>
  <p:tag name="LayoutZOrder" val="10"/>
  <p:tag name="KSO_WM_UNIT_ID" val="_9*i*1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0.xml><?xml version="1.0" encoding="utf-8"?>
<p:tagLst xmlns:p="http://schemas.openxmlformats.org/presentationml/2006/main">
  <p:tag name="KSO_WM_UNIT_TYPE" val="i"/>
  <p:tag name="KSO_WM_UNIT_INDEX" val="3"/>
  <p:tag name="KSO_WM_BEAUTIFY_FLAG" val="#wm#"/>
  <p:tag name="KSO_WM_TAG_VERSION" val="3.0"/>
  <p:tag name="LayoutZOrder" val="11"/>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1.xml><?xml version="1.0" encoding="utf-8"?>
<p:tagLst xmlns:p="http://schemas.openxmlformats.org/presentationml/2006/main">
  <p:tag name="KSO_WM_UNIT_TYPE" val="i"/>
  <p:tag name="KSO_WM_UNIT_INDEX" val="38"/>
  <p:tag name="KSO_WM_BEAUTIFY_FLAG" val="#wm#"/>
  <p:tag name="KSO_WM_TAG_VERSION" val="3.0"/>
  <p:tag name="LayoutZOrder" val="12"/>
  <p:tag name="KSO_WM_UNIT_ID" val="_9*i*3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2.xml><?xml version="1.0" encoding="utf-8"?>
<p:tagLst xmlns:p="http://schemas.openxmlformats.org/presentationml/2006/main">
  <p:tag name="KSO_WM_UNIT_TYPE" val="i"/>
  <p:tag name="KSO_WM_UNIT_INDEX" val="33"/>
  <p:tag name="KSO_WM_BEAUTIFY_FLAG" val="#wm#"/>
  <p:tag name="KSO_WM_TAG_VERSION" val="3.0"/>
  <p:tag name="LayoutZOrder" val="13"/>
  <p:tag name="KSO_WM_UNIT_ID" val="_9*i*3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3.xml><?xml version="1.0" encoding="utf-8"?>
<p:tagLst xmlns:p="http://schemas.openxmlformats.org/presentationml/2006/main">
  <p:tag name="KSO_WM_UNIT_TYPE" val="i"/>
  <p:tag name="KSO_WM_UNIT_INDEX" val="28"/>
  <p:tag name="KSO_WM_BEAUTIFY_FLAG" val="#wm#"/>
  <p:tag name="KSO_WM_TAG_VERSION" val="3.0"/>
  <p:tag name="LayoutZOrder" val="14"/>
  <p:tag name="KSO_WM_UNIT_ID" val="_9*i*2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4.xml><?xml version="1.0" encoding="utf-8"?>
<p:tagLst xmlns:p="http://schemas.openxmlformats.org/presentationml/2006/main">
  <p:tag name="KSO_WM_UNIT_TYPE" val="i"/>
  <p:tag name="KSO_WM_UNIT_INDEX" val="21"/>
  <p:tag name="KSO_WM_BEAUTIFY_FLAG" val="#wm#"/>
  <p:tag name="KSO_WM_TAG_VERSION" val="3.0"/>
  <p:tag name="LayoutZOrder" val="15"/>
  <p:tag name="KSO_WM_UNIT_ID" val="_9*i*2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5.xml><?xml version="1.0" encoding="utf-8"?>
<p:tagLst xmlns:p="http://schemas.openxmlformats.org/presentationml/2006/main">
  <p:tag name="KSO_WM_UNIT_TYPE" val="i"/>
  <p:tag name="KSO_WM_UNIT_INDEX" val="11"/>
  <p:tag name="KSO_WM_BEAUTIFY_FLAG" val="#wm#"/>
  <p:tag name="KSO_WM_TAG_VERSION" val="3.0"/>
  <p:tag name="LayoutZOrder" val="16"/>
  <p:tag name="KSO_WM_UNIT_ID" val="_9*i*1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6.xml><?xml version="1.0" encoding="utf-8"?>
<p:tagLst xmlns:p="http://schemas.openxmlformats.org/presentationml/2006/main">
  <p:tag name="KSO_WM_UNIT_TYPE" val="i"/>
  <p:tag name="KSO_WM_UNIT_INDEX" val="5"/>
  <p:tag name="KSO_WM_BEAUTIFY_FLAG" val="#wm#"/>
  <p:tag name="KSO_WM_TAG_VERSION" val="3.0"/>
  <p:tag name="LayoutZOrder" val="17"/>
  <p:tag name="KSO_WM_UNIT_ID" val="_9*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7.xml><?xml version="1.0" encoding="utf-8"?>
<p:tagLst xmlns:p="http://schemas.openxmlformats.org/presentationml/2006/main">
  <p:tag name="KSO_WM_UNIT_TYPE" val="i"/>
  <p:tag name="KSO_WM_UNIT_INDEX" val="24"/>
  <p:tag name="KSO_WM_BEAUTIFY_FLAG" val="#wm#"/>
  <p:tag name="KSO_WM_TAG_VERSION" val="3.0"/>
  <p:tag name="LayoutZOrder" val="18"/>
  <p:tag name="KSO_WM_UNIT_ID" val="_9*i*2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8.xml><?xml version="1.0" encoding="utf-8"?>
<p:tagLst xmlns:p="http://schemas.openxmlformats.org/presentationml/2006/main">
  <p:tag name="KSO_WM_UNIT_TYPE" val="i"/>
  <p:tag name="KSO_WM_UNIT_INDEX" val="17"/>
  <p:tag name="KSO_WM_BEAUTIFY_FLAG" val="#wm#"/>
  <p:tag name="KSO_WM_TAG_VERSION" val="3.0"/>
  <p:tag name="LayoutZOrder" val="19"/>
  <p:tag name="KSO_WM_UNIT_ID" val="_9*i*1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9.xml><?xml version="1.0" encoding="utf-8"?>
<p:tagLst xmlns:p="http://schemas.openxmlformats.org/presentationml/2006/main">
  <p:tag name="KSO_WM_UNIT_TYPE" val="i"/>
  <p:tag name="KSO_WM_UNIT_INDEX" val="13"/>
  <p:tag name="KSO_WM_BEAUTIFY_FLAG" val="#wm#"/>
  <p:tag name="KSO_WM_TAG_VERSION" val="3.0"/>
  <p:tag name="LayoutZOrder" val="20"/>
  <p:tag name="KSO_WM_UNIT_ID" val="_9*i*1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0.xml><?xml version="1.0" encoding="utf-8"?>
<p:tagLst xmlns:p="http://schemas.openxmlformats.org/presentationml/2006/main">
  <p:tag name="KSO_WM_UNIT_TYPE" val="i"/>
  <p:tag name="KSO_WM_UNIT_INDEX" val="8"/>
  <p:tag name="KSO_WM_BEAUTIFY_FLAG" val="#wm#"/>
  <p:tag name="KSO_WM_TAG_VERSION" val="3.0"/>
  <p:tag name="LayoutZOrder" val="21"/>
  <p:tag name="KSO_WM_UNIT_ID" val="_9*i*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1.xml><?xml version="1.0" encoding="utf-8"?>
<p:tagLst xmlns:p="http://schemas.openxmlformats.org/presentationml/2006/main">
  <p:tag name="KSO_WM_UNIT_TYPE" val="i"/>
  <p:tag name="KSO_WM_UNIT_INDEX" val="42"/>
  <p:tag name="KSO_WM_BEAUTIFY_FLAG" val="#wm#"/>
  <p:tag name="KSO_WM_TAG_VERSION" val="3.0"/>
  <p:tag name="LayoutZOrder" val="22"/>
  <p:tag name="KSO_WM_UNIT_ID" val="_9*i*4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2.xml><?xml version="1.0" encoding="utf-8"?>
<p:tagLst xmlns:p="http://schemas.openxmlformats.org/presentationml/2006/main">
  <p:tag name="KSO_WM_UNIT_TYPE" val="i"/>
  <p:tag name="KSO_WM_UNIT_INDEX" val="37"/>
  <p:tag name="KSO_WM_BEAUTIFY_FLAG" val="#wm#"/>
  <p:tag name="KSO_WM_TAG_VERSION" val="3.0"/>
  <p:tag name="LayoutZOrder" val="23"/>
  <p:tag name="KSO_WM_UNIT_ID" val="_9*i*3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3.xml><?xml version="1.0" encoding="utf-8"?>
<p:tagLst xmlns:p="http://schemas.openxmlformats.org/presentationml/2006/main">
  <p:tag name="KSO_WM_UNIT_TYPE" val="i"/>
  <p:tag name="KSO_WM_UNIT_INDEX" val="32"/>
  <p:tag name="KSO_WM_BEAUTIFY_FLAG" val="#wm#"/>
  <p:tag name="KSO_WM_TAG_VERSION" val="3.0"/>
  <p:tag name="LayoutZOrder" val="24"/>
  <p:tag name="KSO_WM_UNIT_ID" val="_9*i*3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4.xml><?xml version="1.0" encoding="utf-8"?>
<p:tagLst xmlns:p="http://schemas.openxmlformats.org/presentationml/2006/main">
  <p:tag name="KSO_WM_UNIT_TYPE" val="i"/>
  <p:tag name="KSO_WM_UNIT_INDEX" val="27"/>
  <p:tag name="KSO_WM_BEAUTIFY_FLAG" val="#wm#"/>
  <p:tag name="KSO_WM_TAG_VERSION" val="3.0"/>
  <p:tag name="LayoutZOrder" val="25"/>
  <p:tag name="KSO_WM_UNIT_ID" val="_9*i*2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5.xml><?xml version="1.0" encoding="utf-8"?>
<p:tagLst xmlns:p="http://schemas.openxmlformats.org/presentationml/2006/main">
  <p:tag name="KSO_WM_UNIT_TYPE" val="i"/>
  <p:tag name="KSO_WM_UNIT_INDEX" val="20"/>
  <p:tag name="KSO_WM_BEAUTIFY_FLAG" val="#wm#"/>
  <p:tag name="KSO_WM_TAG_VERSION" val="3.0"/>
  <p:tag name="LayoutZOrder" val="26"/>
  <p:tag name="KSO_WM_UNIT_ID" val="_9*i*2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6.xml><?xml version="1.0" encoding="utf-8"?>
<p:tagLst xmlns:p="http://schemas.openxmlformats.org/presentationml/2006/main">
  <p:tag name="KSO_WM_UNIT_TYPE" val="i"/>
  <p:tag name="KSO_WM_UNIT_INDEX" val="15"/>
  <p:tag name="KSO_WM_BEAUTIFY_FLAG" val="#wm#"/>
  <p:tag name="KSO_WM_TAG_VERSION" val="3.0"/>
  <p:tag name="LayoutZOrder" val="27"/>
  <p:tag name="KSO_WM_UNIT_ID" val="_9*i*1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7.xml><?xml version="1.0" encoding="utf-8"?>
<p:tagLst xmlns:p="http://schemas.openxmlformats.org/presentationml/2006/main">
  <p:tag name="KSO_WM_UNIT_TYPE" val="i"/>
  <p:tag name="KSO_WM_UNIT_INDEX" val="10"/>
  <p:tag name="KSO_WM_BEAUTIFY_FLAG" val="#wm#"/>
  <p:tag name="KSO_WM_TAG_VERSION" val="3.0"/>
  <p:tag name="LayoutZOrder" val="28"/>
  <p:tag name="KSO_WM_UNIT_ID" val="_9*i*1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8.xml><?xml version="1.0" encoding="utf-8"?>
<p:tagLst xmlns:p="http://schemas.openxmlformats.org/presentationml/2006/main">
  <p:tag name="KSO_WM_UNIT_TYPE" val="i"/>
  <p:tag name="KSO_WM_UNIT_INDEX" val="40"/>
  <p:tag name="KSO_WM_BEAUTIFY_FLAG" val="#wm#"/>
  <p:tag name="KSO_WM_TAG_VERSION" val="3.0"/>
  <p:tag name="LayoutZOrder" val="29"/>
  <p:tag name="KSO_WM_UNIT_ID" val="_9*i*4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9.xml><?xml version="1.0" encoding="utf-8"?>
<p:tagLst xmlns:p="http://schemas.openxmlformats.org/presentationml/2006/main">
  <p:tag name="KSO_WM_UNIT_TYPE" val="i"/>
  <p:tag name="KSO_WM_UNIT_INDEX" val="35"/>
  <p:tag name="KSO_WM_BEAUTIFY_FLAG" val="#wm#"/>
  <p:tag name="KSO_WM_TAG_VERSION" val="3.0"/>
  <p:tag name="LayoutZOrder" val="30"/>
  <p:tag name="KSO_WM_UNIT_ID" val="_9*i*3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0.xml><?xml version="1.0" encoding="utf-8"?>
<p:tagLst xmlns:p="http://schemas.openxmlformats.org/presentationml/2006/main">
  <p:tag name="KSO_WM_UNIT_TYPE" val="i"/>
  <p:tag name="KSO_WM_UNIT_INDEX" val="29"/>
  <p:tag name="KSO_WM_BEAUTIFY_FLAG" val="#wm#"/>
  <p:tag name="KSO_WM_TAG_VERSION" val="3.0"/>
  <p:tag name="LayoutZOrder" val="31"/>
  <p:tag name="KSO_WM_UNIT_ID" val="_9*i*2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1.xml><?xml version="1.0" encoding="utf-8"?>
<p:tagLst xmlns:p="http://schemas.openxmlformats.org/presentationml/2006/main">
  <p:tag name="KSO_WM_UNIT_TYPE" val="i"/>
  <p:tag name="KSO_WM_UNIT_INDEX" val="23"/>
  <p:tag name="KSO_WM_BEAUTIFY_FLAG" val="#wm#"/>
  <p:tag name="KSO_WM_TAG_VERSION" val="3.0"/>
  <p:tag name="LayoutZOrder" val="32"/>
  <p:tag name="KSO_WM_UNIT_ID" val="_9*i*2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2.xml><?xml version="1.0" encoding="utf-8"?>
<p:tagLst xmlns:p="http://schemas.openxmlformats.org/presentationml/2006/main">
  <p:tag name="KSO_WM_UNIT_TYPE" val="i"/>
  <p:tag name="KSO_WM_UNIT_INDEX" val="7"/>
  <p:tag name="KSO_WM_BEAUTIFY_FLAG" val="#wm#"/>
  <p:tag name="KSO_WM_TAG_VERSION" val="3.0"/>
  <p:tag name="LayoutZOrder" val="33"/>
  <p:tag name="KSO_WM_UNIT_ID" val="_9*i*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3.xml><?xml version="1.0" encoding="utf-8"?>
<p:tagLst xmlns:p="http://schemas.openxmlformats.org/presentationml/2006/main">
  <p:tag name="KSO_WM_UNIT_TYPE" val="i"/>
  <p:tag name="KSO_WM_UNIT_INDEX" val="1"/>
  <p:tag name="KSO_WM_BEAUTIFY_FLAG" val="#wm#"/>
  <p:tag name="KSO_WM_TAG_VERSION" val="3.0"/>
  <p:tag name="LayoutZOrder" val="34"/>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4.xml><?xml version="1.0" encoding="utf-8"?>
<p:tagLst xmlns:p="http://schemas.openxmlformats.org/presentationml/2006/main">
  <p:tag name="KSO_WM_UNIT_TYPE" val="i"/>
  <p:tag name="KSO_WM_UNIT_INDEX" val="45"/>
  <p:tag name="KSO_WM_BEAUTIFY_FLAG" val="#wm#"/>
  <p:tag name="KSO_WM_TAG_VERSION" val="3.0"/>
  <p:tag name="LayoutZOrder" val="35"/>
  <p:tag name="KSO_WM_UNIT_ID" val="_9*i*4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5.xml><?xml version="1.0" encoding="utf-8"?>
<p:tagLst xmlns:p="http://schemas.openxmlformats.org/presentationml/2006/main">
  <p:tag name="KSO_WM_UNIT_TYPE" val="i"/>
  <p:tag name="KSO_WM_UNIT_INDEX" val="41"/>
  <p:tag name="KSO_WM_BEAUTIFY_FLAG" val="#wm#"/>
  <p:tag name="KSO_WM_TAG_VERSION" val="3.0"/>
  <p:tag name="LayoutZOrder" val="36"/>
  <p:tag name="KSO_WM_UNIT_ID" val="_9*i*4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6.xml><?xml version="1.0" encoding="utf-8"?>
<p:tagLst xmlns:p="http://schemas.openxmlformats.org/presentationml/2006/main">
  <p:tag name="KSO_WM_UNIT_TYPE" val="i"/>
  <p:tag name="KSO_WM_UNIT_INDEX" val="31"/>
  <p:tag name="KSO_WM_BEAUTIFY_FLAG" val="#wm#"/>
  <p:tag name="KSO_WM_TAG_VERSION" val="3.0"/>
  <p:tag name="LayoutZOrder" val="37"/>
  <p:tag name="KSO_WM_UNIT_ID" val="_9*i*3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7.xml><?xml version="1.0" encoding="utf-8"?>
<p:tagLst xmlns:p="http://schemas.openxmlformats.org/presentationml/2006/main">
  <p:tag name="KSO_WM_UNIT_TYPE" val="i"/>
  <p:tag name="KSO_WM_UNIT_INDEX" val="26"/>
  <p:tag name="KSO_WM_BEAUTIFY_FLAG" val="#wm#"/>
  <p:tag name="KSO_WM_TAG_VERSION" val="3.0"/>
  <p:tag name="LayoutZOrder" val="38"/>
  <p:tag name="KSO_WM_UNIT_ID" val="_9*i*2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8.xml><?xml version="1.0" encoding="utf-8"?>
<p:tagLst xmlns:p="http://schemas.openxmlformats.org/presentationml/2006/main">
  <p:tag name="KSO_WM_UNIT_TYPE" val="i"/>
  <p:tag name="KSO_WM_UNIT_INDEX" val="19"/>
  <p:tag name="KSO_WM_BEAUTIFY_FLAG" val="#wm#"/>
  <p:tag name="KSO_WM_TAG_VERSION" val="3.0"/>
  <p:tag name="LayoutZOrder" val="39"/>
  <p:tag name="KSO_WM_UNIT_ID" val="_9*i*1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9.xml><?xml version="1.0" encoding="utf-8"?>
<p:tagLst xmlns:p="http://schemas.openxmlformats.org/presentationml/2006/main">
  <p:tag name="KSO_WM_UNIT_TYPE" val="i"/>
  <p:tag name="KSO_WM_UNIT_INDEX" val="14"/>
  <p:tag name="KSO_WM_BEAUTIFY_FLAG" val="#wm#"/>
  <p:tag name="KSO_WM_TAG_VERSION" val="3.0"/>
  <p:tag name="LayoutZOrder" val="40"/>
  <p:tag name="KSO_WM_UNIT_ID" val="_9*i*1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0.xml><?xml version="1.0" encoding="utf-8"?>
<p:tagLst xmlns:p="http://schemas.openxmlformats.org/presentationml/2006/main">
  <p:tag name="KSO_WM_UNIT_TYPE" val="i"/>
  <p:tag name="KSO_WM_UNIT_INDEX" val="9"/>
  <p:tag name="KSO_WM_BEAUTIFY_FLAG" val="#wm#"/>
  <p:tag name="KSO_WM_TAG_VERSION" val="3.0"/>
  <p:tag name="LayoutZOrder" val="41"/>
  <p:tag name="KSO_WM_UNIT_ID" val="_9*i*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1.xml><?xml version="1.0" encoding="utf-8"?>
<p:tagLst xmlns:p="http://schemas.openxmlformats.org/presentationml/2006/main">
  <p:tag name="KSO_WM_UNIT_TYPE" val="i"/>
  <p:tag name="KSO_WM_UNIT_INDEX" val="4"/>
  <p:tag name="KSO_WM_BEAUTIFY_FLAG" val="#wm#"/>
  <p:tag name="KSO_WM_TAG_VERSION" val="3.0"/>
  <p:tag name="LayoutZOrder" val="42"/>
  <p:tag name="KSO_WM_UNIT_ID" val="_9*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2.xml><?xml version="1.0" encoding="utf-8"?>
<p:tagLst xmlns:p="http://schemas.openxmlformats.org/presentationml/2006/main">
  <p:tag name="KSO_WM_UNIT_TYPE" val="i"/>
  <p:tag name="KSO_WM_UNIT_INDEX" val="46"/>
  <p:tag name="KSO_WM_BEAUTIFY_FLAG" val="#wm#"/>
  <p:tag name="KSO_WM_TAG_VERSION" val="3.0"/>
  <p:tag name="LayoutZOrder" val="43"/>
  <p:tag name="KSO_WM_UNIT_ID" val="_9*i*4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3.xml><?xml version="1.0" encoding="utf-8"?>
<p:tagLst xmlns:p="http://schemas.openxmlformats.org/presentationml/2006/main">
  <p:tag name="KSO_WM_UNIT_TYPE" val="i"/>
  <p:tag name="KSO_WM_UNIT_INDEX" val="44"/>
  <p:tag name="KSO_WM_BEAUTIFY_FLAG" val="#wm#"/>
  <p:tag name="KSO_WM_TAG_VERSION" val="3.0"/>
  <p:tag name="LayoutZOrder" val="44"/>
  <p:tag name="KSO_WM_UNIT_ID" val="_9*i*4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4.xml><?xml version="1.0" encoding="utf-8"?>
<p:tagLst xmlns:p="http://schemas.openxmlformats.org/presentationml/2006/main">
  <p:tag name="KSO_WM_UNIT_TYPE" val="i"/>
  <p:tag name="KSO_WM_UNIT_INDEX" val="43"/>
  <p:tag name="KSO_WM_BEAUTIFY_FLAG" val="#wm#"/>
  <p:tag name="KSO_WM_TAG_VERSION" val="3.0"/>
  <p:tag name="LayoutZOrder" val="45"/>
  <p:tag name="KSO_WM_UNIT_ID" val="_9*i*4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5.xml><?xml version="1.0" encoding="utf-8"?>
<p:tagLst xmlns:p="http://schemas.openxmlformats.org/presentationml/2006/main">
  <p:tag name="KSO_WM_UNIT_TYPE" val="i"/>
  <p:tag name="KSO_WM_UNIT_INDEX" val="39"/>
  <p:tag name="KSO_WM_BEAUTIFY_FLAG" val="#wm#"/>
  <p:tag name="KSO_WM_TAG_VERSION" val="3.0"/>
  <p:tag name="LayoutZOrder" val="46"/>
  <p:tag name="KSO_WM_UNIT_ID" val="_9*i*3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6.xml><?xml version="1.0" encoding="utf-8"?>
<p:tagLst xmlns:p="http://schemas.openxmlformats.org/presentationml/2006/main">
  <p:tag name="KSO_WM_UNIT_TYPE" val="i"/>
  <p:tag name="KSO_WM_UNIT_INDEX" val="34"/>
  <p:tag name="KSO_WM_BEAUTIFY_FLAG" val="#wm#"/>
  <p:tag name="KSO_WM_TAG_VERSION" val="3.0"/>
  <p:tag name="LayoutZOrder" val="47"/>
  <p:tag name="KSO_WM_UNIT_ID" val="_9*i*3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7.xml><?xml version="1.0" encoding="utf-8"?>
<p:tagLst xmlns:p="http://schemas.openxmlformats.org/presentationml/2006/main">
  <p:tag name="KSO_WM_UNIT_TYPE" val="i"/>
  <p:tag name="KSO_WM_UNIT_INDEX" val="22"/>
  <p:tag name="KSO_WM_BEAUTIFY_FLAG" val="#wm#"/>
  <p:tag name="KSO_WM_TAG_VERSION" val="3.0"/>
  <p:tag name="LayoutZOrder" val="48"/>
  <p:tag name="KSO_WM_UNIT_ID" val="_9*i*2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8.xml><?xml version="1.0" encoding="utf-8"?>
<p:tagLst xmlns:p="http://schemas.openxmlformats.org/presentationml/2006/main">
  <p:tag name="KSO_WM_UNIT_TYPE" val="i"/>
  <p:tag name="KSO_WM_UNIT_INDEX" val="16"/>
  <p:tag name="KSO_WM_BEAUTIFY_FLAG" val="#wm#"/>
  <p:tag name="KSO_WM_TAG_VERSION" val="3.0"/>
  <p:tag name="LayoutZOrder" val="49"/>
  <p:tag name="KSO_WM_UNIT_ID" val="_9*i*1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9.xml><?xml version="1.0" encoding="utf-8"?>
<p:tagLst xmlns:p="http://schemas.openxmlformats.org/presentationml/2006/main">
  <p:tag name="KSO_WM_UNIT_TYPE" val="i"/>
  <p:tag name="KSO_WM_UNIT_INDEX" val="12"/>
  <p:tag name="KSO_WM_BEAUTIFY_FLAG" val="#wm#"/>
  <p:tag name="KSO_WM_TAG_VERSION" val="3.0"/>
  <p:tag name="LayoutZOrder" val="50"/>
  <p:tag name="KSO_WM_UNIT_ID" val="_9*i*1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0.xml><?xml version="1.0" encoding="utf-8"?>
<p:tagLst xmlns:p="http://schemas.openxmlformats.org/presentationml/2006/main">
  <p:tag name="KSO_WM_UNIT_TYPE" val="i"/>
  <p:tag name="KSO_WM_UNIT_INDEX" val="6"/>
  <p:tag name="KSO_WM_BEAUTIFY_FLAG" val="#wm#"/>
  <p:tag name="KSO_WM_TAG_VERSION" val="3.0"/>
  <p:tag name="LayoutZOrder" val="51"/>
  <p:tag name="KSO_WM_UNIT_ID" val="_9*i*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1.xml><?xml version="1.0" encoding="utf-8"?>
<p:tagLst xmlns:p="http://schemas.openxmlformats.org/presentationml/2006/main">
  <p:tag name="LayoutZOrder" val="5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2.xml><?xml version="1.0" encoding="utf-8"?>
<p:tagLst xmlns:p="http://schemas.openxmlformats.org/presentationml/2006/main">
  <p:tag name="LayoutZOrder" val="53"/>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3.xml><?xml version="1.0" encoding="utf-8"?>
<p:tagLst xmlns:p="http://schemas.openxmlformats.org/presentationml/2006/main">
  <p:tag name="LayoutZOrder" val="54"/>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4.xml><?xml version="1.0" encoding="utf-8"?>
<p:tagLst xmlns:p="http://schemas.openxmlformats.org/presentationml/2006/main">
  <p:tag name="LayoutZOrder" val="55"/>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5.xml><?xml version="1.0" encoding="utf-8"?>
<p:tagLst xmlns:p="http://schemas.openxmlformats.org/presentationml/2006/main">
  <p:tag name="LayoutZOrder" val="56"/>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6.xml><?xml version="1.0" encoding="utf-8"?>
<p:tagLst xmlns:p="http://schemas.openxmlformats.org/presentationml/2006/main">
  <p:tag name="LayoutZOrder" val="57"/>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7.xml><?xml version="1.0" encoding="utf-8"?>
<p:tagLst xmlns:p="http://schemas.openxmlformats.org/presentationml/2006/main">
  <p:tag name="LayoutZOrder" val="58"/>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8.xml><?xml version="1.0" encoding="utf-8"?>
<p:tagLst xmlns:p="http://schemas.openxmlformats.org/presentationml/2006/main">
  <p:tag name="LayoutZOrder" val="59"/>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9.xml><?xml version="1.0" encoding="utf-8"?>
<p:tagLst xmlns:p="http://schemas.openxmlformats.org/presentationml/2006/main">
  <p:tag name="LayoutZOrder" val="60"/>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0.xml><?xml version="1.0" encoding="utf-8"?>
<p:tagLst xmlns:p="http://schemas.openxmlformats.org/presentationml/2006/main">
  <p:tag name="LayoutZOrder" val="61"/>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1.xml><?xml version="1.0" encoding="utf-8"?>
<p:tagLst xmlns:p="http://schemas.openxmlformats.org/presentationml/2006/main">
  <p:tag name="LayoutZOrder" val="6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2.xml><?xml version="1.0" encoding="utf-8"?>
<p:tagLst xmlns:p="http://schemas.openxmlformats.org/presentationml/2006/main">
  <p:tag name="LayoutZOrder" val="63"/>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3.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4.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5.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6.xml><?xml version="1.0" encoding="utf-8"?>
<p:tagLst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7.xml><?xml version="1.0" encoding="utf-8"?>
<p:tagLst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8.xml><?xml version="1.0" encoding="utf-8"?>
<p:tagLst xmlns:p="http://schemas.openxmlformats.org/presentationml/2006/main">
  <p:tag name="KSO_WM_TEMPLATE_SUBCATEGORY" val="29"/>
  <p:tag name="KSO_WM_BEAUTIFY_FLAG" val="#wm#"/>
  <p:tag name="KSO_WM_TEMPLATE_SLIDE_ID" val="slide_7d1b418b74e2b859"/>
  <p:tag name="KSO_WM_TEMPLATE_THUMBS_INDEX" val="1、9"/>
  <p:tag name="KSO_WM_TEMPLATE_INDEX" val="40480757"/>
  <p:tag name="KSO_WM_TEMPLATE_CATEGORY" val="custom"/>
  <p:tag name="KSO_WM_TEMPLATE_MASTER_TYPE" val="0"/>
  <p:tag name="KSO_WM_TAG_VERSION" val="3.0"/>
</p:tagLst>
</file>

<file path=ppt/tags/tag259.xml><?xml version="1.0" encoding="utf-8"?>
<p:tagLst xmlns:p="http://schemas.openxmlformats.org/presentationml/2006/main">
  <p:tag name="KSO_WM_AITEMPLATE_STYLE_ID" val="69796636324"/>
</p:tagLst>
</file>

<file path=ppt/tags/tag260.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7dfd0c7fd44027d9c944b3c38946d5942b9b3152"/>
  <p:tag name="KSO_WM_NEWLAYOUT_ID" val="5"/>
  <p:tag name="KSO_WM_UNIT_PRESET_TEXT" val="单击此处添加文档标题"/>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261.xml><?xml version="1.0" encoding="utf-8"?>
<p:tagLst xmlns:p="http://schemas.openxmlformats.org/presentationml/2006/main">
  <p:tag name="KSO_WM_SLIDE_CONTENT_ORIENTATION" val="center"/>
  <p:tag name="KSO_WM_SLIDE_HAS_MASK" val="0"/>
  <p:tag name="KSO_WM_SLIDE_ITEM_CNT" val="0"/>
  <p:tag name="KSO_WM_SLIDE_TYPE" val="title"/>
  <p:tag name="KSO_WM_TEMPLATE_SUBCATEGORY" val="29"/>
  <p:tag name="KSO_WM_BEAUTIFY_FLAG" val="#wm#"/>
  <p:tag name="KSO_WM_TEMPLATE_SLIDE_ID" val="slide_7d1b418b74e2b859"/>
  <p:tag name="KSO_WM_TEMPLATE_THUMBS_INDEX" val="1、9"/>
  <p:tag name="KSO_WM_TEMPLATE_INDEX" val="40480757"/>
  <p:tag name="KSO_WM_TEMPLATE_CATEGORY" val="custom"/>
  <p:tag name="KSO_WM_SLIDE_INDEX" val="1"/>
  <p:tag name="KSO_WM_SLIDE_ID" val="custom40480757_1"/>
  <p:tag name="KSO_WM_TEMPLATE_MASTER_TYPE" val="0"/>
  <p:tag name="KSO_WM_SLIDE_LAYOUT" val="a_f"/>
  <p:tag name="KSO_WM_SLIDE_LAYOUT_CNT" val="1_2"/>
  <p:tag name="KSO_WM_TAG_VERSION" val="3.0"/>
</p:tagLst>
</file>

<file path=ppt/tags/tag262.xml><?xml version="1.0" encoding="utf-8"?>
<p:tagLst xmlns:p="http://schemas.openxmlformats.org/presentationml/2006/main">
  <p:tag name="KSO_WM_UNIT_TYPE" val="b"/>
  <p:tag name="KSO_WM_UNIT_INDEX" val="1"/>
  <p:tag name="KSO_WM_BEAUTIFY_FLAG" val="#wm#"/>
  <p:tag name="KSO_WM_TAG_VERSION" val="3.0"/>
</p:tagLst>
</file>

<file path=ppt/tags/tag263.xml><?xml version="1.0" encoding="utf-8"?>
<p:tagLst xmlns:p="http://schemas.openxmlformats.org/presentationml/2006/main">
  <p:tag name="KSO_WM_UNIT_TYPE" val="i"/>
  <p:tag name="KSO_WM_UNIT_INDEX" val="4"/>
  <p:tag name="KSO_WM_BEAUTIFY_FLAG" val="#wm#"/>
  <p:tag name="KSO_WM_TAG_VERSION" val="3.0"/>
</p:tagLst>
</file>

<file path=ppt/tags/tag264.xml><?xml version="1.0" encoding="utf-8"?>
<p:tagLst xmlns:p="http://schemas.openxmlformats.org/presentationml/2006/main">
  <p:tag name="KSO_WM_UNIT_TYPE" val="f"/>
  <p:tag name="KSO_WM_UNIT_INDEX" val="1"/>
  <p:tag name="KSO_WM_BEAUTIFY_FLAG" val="#wm#"/>
  <p:tag name="KSO_WM_TAG_VERSION" val="3.0"/>
</p:tagLst>
</file>

<file path=ppt/tags/tag265.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266.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267.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0757"/>
  <p:tag name="KSO_WM_TEMPLATE_CATEGORY" val="custom"/>
  <p:tag name="KSO_WM_SLIDE_INDEX" val="3"/>
  <p:tag name="KSO_WM_SLIDE_ID" val="custom40480757_7"/>
  <p:tag name="KSO_WM_TEMPLATE_MASTER_TYPE" val="0"/>
  <p:tag name="KSO_WM_SLIDE_LAYOUT" val="a_e"/>
  <p:tag name="KSO_WM_SLIDE_LAYOUT_CNT" val="1_1"/>
  <p:tag name="KSO_WM_TAG_VERSION" val="3.0"/>
</p:tagLst>
</file>

<file path=ppt/tags/tag268.xml><?xml version="1.0" encoding="utf-8"?>
<p:tagLst xmlns:p="http://schemas.openxmlformats.org/presentationml/2006/main">
  <p:tag name="KSO_WM_UNIT_TYPE" val="b"/>
  <p:tag name="KSO_WM_UNIT_INDEX" val="1"/>
  <p:tag name="KSO_WM_BEAUTIFY_FLAG" val="#wm#"/>
  <p:tag name="KSO_WM_TAG_VERSION" val="3.0"/>
</p:tagLst>
</file>

<file path=ppt/tags/tag269.xml><?xml version="1.0" encoding="utf-8"?>
<p:tagLst xmlns:p="http://schemas.openxmlformats.org/presentationml/2006/main">
  <p:tag name="KSO_WM_UNIT_TYPE" val="i"/>
  <p:tag name="KSO_WM_UNIT_INDEX" val="12"/>
  <p:tag name="KSO_WM_BEAUTIFY_FLAG" val="#wm#"/>
  <p:tag name="KSO_WM_TAG_VERSION" val="3.0"/>
</p:tagLst>
</file>

<file path=ppt/tags/tag270.xml><?xml version="1.0" encoding="utf-8"?>
<p:tagLst xmlns:p="http://schemas.openxmlformats.org/presentationml/2006/main">
  <p:tag name="KSO_WM_UNIT_TYPE" val="b"/>
  <p:tag name="KSO_WM_UNIT_INDEX" val="1"/>
  <p:tag name="KSO_WM_BEAUTIFY_FLAG" val="#wm#"/>
  <p:tag name="KSO_WM_TAG_VERSION" val="3.0"/>
</p:tagLst>
</file>

<file path=ppt/tags/tag271.xml><?xml version="1.0" encoding="utf-8"?>
<p:tagLst xmlns:p="http://schemas.openxmlformats.org/presentationml/2006/main">
  <p:tag name="KSO_WM_UNIT_TYPE" val="i"/>
  <p:tag name="KSO_WM_UNIT_INDEX" val="4"/>
  <p:tag name="KSO_WM_BEAUTIFY_FLAG" val="#wm#"/>
  <p:tag name="KSO_WM_TAG_VERSION" val="3.0"/>
</p:tagLst>
</file>

<file path=ppt/tags/tag272.xml><?xml version="1.0" encoding="utf-8"?>
<p:tagLst xmlns:p="http://schemas.openxmlformats.org/presentationml/2006/main">
  <p:tag name="KSO_WM_UNIT_TYPE" val="i"/>
  <p:tag name="KSO_WM_UNIT_INDEX" val="5"/>
  <p:tag name="KSO_WM_BEAUTIFY_FLAG" val="#wm#"/>
  <p:tag name="KSO_WM_TAG_VERSION" val="3.0"/>
</p:tagLst>
</file>

<file path=ppt/tags/tag273.xml><?xml version="1.0" encoding="utf-8"?>
<p:tagLst xmlns:p="http://schemas.openxmlformats.org/presentationml/2006/main">
  <p:tag name="KSO_WM_UNIT_TYPE" val="i"/>
  <p:tag name="KSO_WM_UNIT_INDEX" val="6"/>
  <p:tag name="KSO_WM_BEAUTIFY_FLAG" val="#wm#"/>
  <p:tag name="KSO_WM_TAG_VERSION" val="3.0"/>
</p:tagLst>
</file>

<file path=ppt/tags/tag274.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275.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276.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0757"/>
  <p:tag name="KSO_WM_TEMPLATE_CATEGORY" val="custom"/>
  <p:tag name="KSO_WM_SLIDE_INDEX" val="3"/>
  <p:tag name="KSO_WM_SLIDE_ID" val="custom40480757_7"/>
  <p:tag name="KSO_WM_TEMPLATE_MASTER_TYPE" val="0"/>
  <p:tag name="KSO_WM_SLIDE_LAYOUT" val="a_e"/>
  <p:tag name="KSO_WM_SLIDE_LAYOUT_CNT" val="1_1"/>
  <p:tag name="KSO_WM_TAG_VERSION" val="3.0"/>
</p:tagLst>
</file>

<file path=ppt/tags/tag277.xml><?xml version="1.0" encoding="utf-8"?>
<p:tagLst xmlns:p="http://schemas.openxmlformats.org/presentationml/2006/main">
  <p:tag name="KSO_WM_UNIT_TYPE" val="b"/>
  <p:tag name="KSO_WM_UNIT_INDEX" val="1"/>
  <p:tag name="KSO_WM_BEAUTIFY_FLAG" val="#wm#"/>
  <p:tag name="KSO_WM_TAG_VERSION" val="3.0"/>
</p:tagLst>
</file>

<file path=ppt/tags/tag278.xml><?xml version="1.0" encoding="utf-8"?>
<p:tagLst xmlns:p="http://schemas.openxmlformats.org/presentationml/2006/main">
  <p:tag name="KSO_WM_UNIT_TYPE" val="i"/>
  <p:tag name="KSO_WM_UNIT_INDEX" val="12"/>
  <p:tag name="KSO_WM_BEAUTIFY_FLAG" val="#wm#"/>
  <p:tag name="KSO_WM_TAG_VERSION" val="3.0"/>
</p:tagLst>
</file>

<file path=ppt/tags/tag279.xml><?xml version="1.0" encoding="utf-8"?>
<p:tagLst xmlns:p="http://schemas.openxmlformats.org/presentationml/2006/main">
  <p:tag name="KSO_WM_UNIT_TYPE" val="b"/>
  <p:tag name="KSO_WM_UNIT_INDEX" val="1"/>
  <p:tag name="KSO_WM_BEAUTIFY_FLAG" val="#wm#"/>
  <p:tag name="KSO_WM_TAG_VERSION" val="3.0"/>
</p:tagLst>
</file>

<file path=ppt/tags/tag280.xml><?xml version="1.0" encoding="utf-8"?>
<p:tagLst xmlns:p="http://schemas.openxmlformats.org/presentationml/2006/main">
  <p:tag name="KSO_WM_UNIT_TYPE" val="i"/>
  <p:tag name="KSO_WM_UNIT_INDEX" val="4"/>
  <p:tag name="KSO_WM_BEAUTIFY_FLAG" val="#wm#"/>
  <p:tag name="KSO_WM_TAG_VERSION" val="3.0"/>
</p:tagLst>
</file>

<file path=ppt/tags/tag281.xml><?xml version="1.0" encoding="utf-8"?>
<p:tagLst xmlns:p="http://schemas.openxmlformats.org/presentationml/2006/main">
  <p:tag name="KSO_WM_UNIT_TYPE" val="b"/>
  <p:tag name="KSO_WM_UNIT_INDEX" val="1"/>
  <p:tag name="KSO_WM_BEAUTIFY_FLAG" val="#wm#"/>
  <p:tag name="KSO_WM_TAG_VERSION" val="3.0"/>
</p:tagLst>
</file>

<file path=ppt/tags/tag282.xml><?xml version="1.0" encoding="utf-8"?>
<p:tagLst xmlns:p="http://schemas.openxmlformats.org/presentationml/2006/main">
  <p:tag name="KSO_WM_UNIT_TYPE" val="i"/>
  <p:tag name="KSO_WM_UNIT_INDEX" val="4"/>
  <p:tag name="KSO_WM_BEAUTIFY_FLAG" val="#wm#"/>
  <p:tag name="KSO_WM_TAG_VERSION" val="3.0"/>
</p:tagLst>
</file>

<file path=ppt/tags/tag283.xml><?xml version="1.0" encoding="utf-8"?>
<p:tagLst xmlns:p="http://schemas.openxmlformats.org/presentationml/2006/main">
  <p:tag name="TABLE_ENDDRAG_ORIGIN_RECT" val="833*252"/>
  <p:tag name="TABLE_ENDDRAG_RECT" val="61*218*833*252"/>
</p:tagLst>
</file>

<file path=ppt/tags/tag284.xml><?xml version="1.0" encoding="utf-8"?>
<p:tagLst xmlns:p="http://schemas.openxmlformats.org/presentationml/2006/main">
  <p:tag name="KSO_WM_UNIT_TYPE" val="b"/>
  <p:tag name="KSO_WM_UNIT_INDEX" val="1"/>
  <p:tag name="KSO_WM_BEAUTIFY_FLAG" val="#wm#"/>
  <p:tag name="KSO_WM_TAG_VERSION" val="3.0"/>
</p:tagLst>
</file>

<file path=ppt/tags/tag285.xml><?xml version="1.0" encoding="utf-8"?>
<p:tagLst xmlns:p="http://schemas.openxmlformats.org/presentationml/2006/main">
  <p:tag name="KSO_WM_UNIT_TYPE" val="i"/>
  <p:tag name="KSO_WM_UNIT_INDEX" val="4"/>
  <p:tag name="KSO_WM_BEAUTIFY_FLAG" val="#wm#"/>
  <p:tag name="KSO_WM_TAG_VERSION" val="3.0"/>
</p:tagLst>
</file>

<file path=ppt/tags/tag286.xml><?xml version="1.0" encoding="utf-8"?>
<p:tagLst xmlns:p="http://schemas.openxmlformats.org/presentationml/2006/main">
  <p:tag name="KSO_WM_UNIT_TYPE" val="b"/>
  <p:tag name="KSO_WM_UNIT_INDEX" val="1"/>
  <p:tag name="KSO_WM_BEAUTIFY_FLAG" val="#wm#"/>
  <p:tag name="KSO_WM_TAG_VERSION" val="3.0"/>
</p:tagLst>
</file>

<file path=ppt/tags/tag287.xml><?xml version="1.0" encoding="utf-8"?>
<p:tagLst xmlns:p="http://schemas.openxmlformats.org/presentationml/2006/main">
  <p:tag name="KSO_WM_UNIT_TYPE" val="i"/>
  <p:tag name="KSO_WM_UNIT_INDEX" val="4"/>
  <p:tag name="KSO_WM_BEAUTIFY_FLAG" val="#wm#"/>
  <p:tag name="KSO_WM_TAG_VERSION" val="3.0"/>
</p:tagLst>
</file>

<file path=ppt/tags/tag288.xml><?xml version="1.0" encoding="utf-8"?>
<p:tagLst xmlns:p="http://schemas.openxmlformats.org/presentationml/2006/main">
  <p:tag name="KSO_WM_UNIT_TYPE" val="b"/>
  <p:tag name="KSO_WM_UNIT_INDEX" val="1"/>
  <p:tag name="KSO_WM_BEAUTIFY_FLAG" val="#wm#"/>
  <p:tag name="KSO_WM_TAG_VERSION" val="3.0"/>
</p:tagLst>
</file>

<file path=ppt/tags/tag289.xml><?xml version="1.0" encoding="utf-8"?>
<p:tagLst xmlns:p="http://schemas.openxmlformats.org/presentationml/2006/main">
  <p:tag name="KSO_WM_UNIT_TYPE" val="i"/>
  <p:tag name="KSO_WM_UNIT_INDEX" val="4"/>
  <p:tag name="KSO_WM_BEAUTIFY_FLAG" val="#wm#"/>
  <p:tag name="KSO_WM_TAG_VERSION" val="3.0"/>
</p:tagLst>
</file>

<file path=ppt/tags/tag290.xml><?xml version="1.0" encoding="utf-8"?>
<p:tagLst xmlns:p="http://schemas.openxmlformats.org/presentationml/2006/main">
  <p:tag name="TABLE_ENDDRAG_ORIGIN_RECT" val="820*395"/>
  <p:tag name="TABLE_ENDDRAG_RECT" val="68*100*820*395"/>
</p:tagLst>
</file>

<file path=ppt/tags/tag291.xml><?xml version="1.0" encoding="utf-8"?>
<p:tagLst xmlns:p="http://schemas.openxmlformats.org/presentationml/2006/main">
  <p:tag name="KSO_WM_UNIT_TYPE" val="b"/>
  <p:tag name="KSO_WM_UNIT_INDEX" val="1"/>
  <p:tag name="KSO_WM_BEAUTIFY_FLAG" val="#wm#"/>
  <p:tag name="KSO_WM_TAG_VERSION" val="3.0"/>
</p:tagLst>
</file>

<file path=ppt/tags/tag292.xml><?xml version="1.0" encoding="utf-8"?>
<p:tagLst xmlns:p="http://schemas.openxmlformats.org/presentationml/2006/main">
  <p:tag name="KSO_WM_UNIT_TYPE" val="i"/>
  <p:tag name="KSO_WM_UNIT_INDEX" val="4"/>
  <p:tag name="KSO_WM_BEAUTIFY_FLAG" val="#wm#"/>
  <p:tag name="KSO_WM_TAG_VERSION" val="3.0"/>
</p:tagLst>
</file>

<file path=ppt/tags/tag293.xml><?xml version="1.0" encoding="utf-8"?>
<p:tagLst xmlns:p="http://schemas.openxmlformats.org/presentationml/2006/main">
  <p:tag name="TABLE_ENDDRAG_ORIGIN_RECT" val="486*326"/>
  <p:tag name="TABLE_ENDDRAG_RECT" val="67*143*486*326"/>
</p:tagLst>
</file>

<file path=ppt/tags/tag294.xml><?xml version="1.0" encoding="utf-8"?>
<p:tagLst xmlns:p="http://schemas.openxmlformats.org/presentationml/2006/main">
  <p:tag name="KSO_WM_UNIT_TYPE" val="b"/>
  <p:tag name="KSO_WM_UNIT_INDEX" val="1"/>
  <p:tag name="KSO_WM_BEAUTIFY_FLAG" val="#wm#"/>
  <p:tag name="KSO_WM_TAG_VERSION" val="3.0"/>
</p:tagLst>
</file>

<file path=ppt/tags/tag295.xml><?xml version="1.0" encoding="utf-8"?>
<p:tagLst xmlns:p="http://schemas.openxmlformats.org/presentationml/2006/main">
  <p:tag name="KSO_WM_UNIT_TYPE" val="i"/>
  <p:tag name="KSO_WM_UNIT_INDEX" val="4"/>
  <p:tag name="KSO_WM_BEAUTIFY_FLAG" val="#wm#"/>
  <p:tag name="KSO_WM_TAG_VERSION" val="3.0"/>
</p:tagLst>
</file>

<file path=ppt/tags/tag296.xml><?xml version="1.0" encoding="utf-8"?>
<p:tagLst xmlns:p="http://schemas.openxmlformats.org/presentationml/2006/main">
  <p:tag name="KSO_WM_UNIT_TYPE" val="b"/>
  <p:tag name="KSO_WM_UNIT_INDEX" val="1"/>
  <p:tag name="KSO_WM_BEAUTIFY_FLAG" val="#wm#"/>
  <p:tag name="KSO_WM_TAG_VERSION" val="3.0"/>
</p:tagLst>
</file>

<file path=ppt/tags/tag297.xml><?xml version="1.0" encoding="utf-8"?>
<p:tagLst xmlns:p="http://schemas.openxmlformats.org/presentationml/2006/main">
  <p:tag name="KSO_WM_UNIT_TYPE" val="i"/>
  <p:tag name="KSO_WM_UNIT_INDEX" val="4"/>
  <p:tag name="KSO_WM_BEAUTIFY_FLAG" val="#wm#"/>
  <p:tag name="KSO_WM_TAG_VERSION" val="3.0"/>
</p:tagLst>
</file>

<file path=ppt/tags/tag298.xml><?xml version="1.0" encoding="utf-8"?>
<p:tagLst xmlns:p="http://schemas.openxmlformats.org/presentationml/2006/main">
  <p:tag name="KSO_WM_UNIT_TYPE" val="b"/>
  <p:tag name="KSO_WM_UNIT_INDEX" val="1"/>
  <p:tag name="KSO_WM_BEAUTIFY_FLAG" val="#wm#"/>
  <p:tag name="KSO_WM_TAG_VERSION" val="3.0"/>
</p:tagLst>
</file>

<file path=ppt/tags/tag299.xml><?xml version="1.0" encoding="utf-8"?>
<p:tagLst xmlns:p="http://schemas.openxmlformats.org/presentationml/2006/main">
  <p:tag name="KSO_WM_UNIT_TYPE" val="i"/>
  <p:tag name="KSO_WM_UNIT_INDEX" val="4"/>
  <p:tag name="KSO_WM_BEAUTIFY_FLAG" val="#wm#"/>
  <p:tag name="KSO_WM_TAG_VERSION" val="3.0"/>
</p:tagLst>
</file>

<file path=ppt/tags/tag300.xml><?xml version="1.0" encoding="utf-8"?>
<p:tagLst xmlns:p="http://schemas.openxmlformats.org/presentationml/2006/main">
  <p:tag name="TABLE_ENDDRAG_ORIGIN_RECT" val="825*146"/>
  <p:tag name="TABLE_ENDDRAG_RECT" val="67*335*825*146"/>
</p:tagLst>
</file>

<file path=ppt/tags/tag301.xml><?xml version="1.0" encoding="utf-8"?>
<p:tagLst xmlns:p="http://schemas.openxmlformats.org/presentationml/2006/main">
  <p:tag name="KSO_WM_UNIT_TYPE" val="b"/>
  <p:tag name="KSO_WM_UNIT_INDEX" val="1"/>
  <p:tag name="KSO_WM_BEAUTIFY_FLAG" val="#wm#"/>
  <p:tag name="KSO_WM_TAG_VERSION" val="3.0"/>
</p:tagLst>
</file>

<file path=ppt/tags/tag302.xml><?xml version="1.0" encoding="utf-8"?>
<p:tagLst xmlns:p="http://schemas.openxmlformats.org/presentationml/2006/main">
  <p:tag name="KSO_WM_UNIT_TYPE" val="i"/>
  <p:tag name="KSO_WM_UNIT_INDEX" val="4"/>
  <p:tag name="KSO_WM_BEAUTIFY_FLAG" val="#wm#"/>
  <p:tag name="KSO_WM_TAG_VERSION" val="3.0"/>
</p:tagLst>
</file>

<file path=ppt/tags/tag303.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04.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05.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0757"/>
  <p:tag name="KSO_WM_TEMPLATE_CATEGORY" val="custom"/>
  <p:tag name="KSO_WM_SLIDE_INDEX" val="3"/>
  <p:tag name="KSO_WM_SLIDE_ID" val="custom40480757_7"/>
  <p:tag name="KSO_WM_TEMPLATE_MASTER_TYPE" val="0"/>
  <p:tag name="KSO_WM_SLIDE_LAYOUT" val="a_e"/>
  <p:tag name="KSO_WM_SLIDE_LAYOUT_CNT" val="1_1"/>
  <p:tag name="KSO_WM_TAG_VERSION" val="3.0"/>
</p:tagLst>
</file>

<file path=ppt/tags/tag306.xml><?xml version="1.0" encoding="utf-8"?>
<p:tagLst xmlns:p="http://schemas.openxmlformats.org/presentationml/2006/main">
  <p:tag name="KSO_WM_UNIT_TYPE" val="b"/>
  <p:tag name="KSO_WM_UNIT_INDEX" val="1"/>
  <p:tag name="KSO_WM_BEAUTIFY_FLAG" val="#wm#"/>
  <p:tag name="KSO_WM_TAG_VERSION" val="3.0"/>
</p:tagLst>
</file>

<file path=ppt/tags/tag307.xml><?xml version="1.0" encoding="utf-8"?>
<p:tagLst xmlns:p="http://schemas.openxmlformats.org/presentationml/2006/main">
  <p:tag name="KSO_WM_UNIT_TYPE" val="i"/>
  <p:tag name="KSO_WM_UNIT_INDEX" val="4"/>
  <p:tag name="KSO_WM_BEAUTIFY_FLAG" val="#wm#"/>
  <p:tag name="KSO_WM_TAG_VERSION" val="3.0"/>
</p:tagLst>
</file>

<file path=ppt/tags/tag308.xml><?xml version="1.0" encoding="utf-8"?>
<p:tagLst xmlns:p="http://schemas.openxmlformats.org/presentationml/2006/main">
  <p:tag name="KSO_WM_UNIT_TYPE" val="i"/>
  <p:tag name="KSO_WM_UNIT_INDEX" val="6"/>
  <p:tag name="KSO_WM_BEAUTIFY_FLAG" val="#wm#"/>
  <p:tag name="KSO_WM_TAG_VERSION" val="3.0"/>
</p:tagLst>
</file>

<file path=ppt/tags/tag309.xml><?xml version="1.0" encoding="utf-8"?>
<p:tagLst xmlns:p="http://schemas.openxmlformats.org/presentationml/2006/main">
  <p:tag name="KSO_WM_UNIT_TYPE" val="x"/>
  <p:tag name="KSO_WM_UNIT_INDEX" val="1"/>
  <p:tag name="KSO_WM_BEAUTIFY_FLAG" val="#wm#"/>
  <p:tag name="KSO_WM_TAG_VERSION" val="3.0"/>
</p:tagLst>
</file>

<file path=ppt/tags/tag310.xml><?xml version="1.0" encoding="utf-8"?>
<p:tagLst xmlns:p="http://schemas.openxmlformats.org/presentationml/2006/main">
  <p:tag name="KSO_WM_UNIT_TYPE" val="f"/>
  <p:tag name="KSO_WM_UNIT_INDEX" val="1"/>
  <p:tag name="KSO_WM_BEAUTIFY_FLAG" val="#wm#"/>
  <p:tag name="KSO_WM_TAG_VERSION" val="3.0"/>
</p:tagLst>
</file>

<file path=ppt/tags/tag311.xml><?xml version="1.0" encoding="utf-8"?>
<p:tagLst xmlns:p="http://schemas.openxmlformats.org/presentationml/2006/main">
  <p:tag name="KSO_WM_UNIT_TYPE" val="i"/>
  <p:tag name="KSO_WM_UNIT_INDEX" val="16"/>
  <p:tag name="KSO_WM_BEAUTIFY_FLAG" val="#wm#"/>
  <p:tag name="KSO_WM_TAG_VERSION" val="3.0"/>
</p:tagLst>
</file>

<file path=ppt/tags/tag312.xml><?xml version="1.0" encoding="utf-8"?>
<p:tagLst xmlns:p="http://schemas.openxmlformats.org/presentationml/2006/main">
  <p:tag name="KSO_WM_UNIT_TYPE" val="i"/>
  <p:tag name="KSO_WM_UNIT_INDEX" val="18"/>
  <p:tag name="KSO_WM_BEAUTIFY_FLAG" val="#wm#"/>
  <p:tag name="KSO_WM_TAG_VERSION" val="3.0"/>
</p:tagLst>
</file>

<file path=ppt/tags/tag313.xml><?xml version="1.0" encoding="utf-8"?>
<p:tagLst xmlns:p="http://schemas.openxmlformats.org/presentationml/2006/main">
  <p:tag name="KSO_WM_UNIT_TYPE" val="x"/>
  <p:tag name="KSO_WM_UNIT_INDEX" val="6"/>
  <p:tag name="KSO_WM_BEAUTIFY_FLAG" val="#wm#"/>
  <p:tag name="KSO_WM_TAG_VERSION" val="3.0"/>
</p:tagLst>
</file>

<file path=ppt/tags/tag314.xml><?xml version="1.0" encoding="utf-8"?>
<p:tagLst xmlns:p="http://schemas.openxmlformats.org/presentationml/2006/main">
  <p:tag name="KSO_WM_UNIT_TYPE" val="f"/>
  <p:tag name="KSO_WM_UNIT_INDEX" val="10"/>
  <p:tag name="KSO_WM_BEAUTIFY_FLAG" val="#wm#"/>
  <p:tag name="KSO_WM_TAG_VERSION" val="3.0"/>
</p:tagLst>
</file>

<file path=ppt/tags/tag315.xml><?xml version="1.0" encoding="utf-8"?>
<p:tagLst xmlns:p="http://schemas.openxmlformats.org/presentationml/2006/main">
  <p:tag name="KSO_WM_UNIT_TYPE" val="i"/>
  <p:tag name="KSO_WM_UNIT_INDEX" val="26"/>
  <p:tag name="KSO_WM_BEAUTIFY_FLAG" val="#wm#"/>
  <p:tag name="KSO_WM_TAG_VERSION" val="3.0"/>
</p:tagLst>
</file>

<file path=ppt/tags/tag316.xml><?xml version="1.0" encoding="utf-8"?>
<p:tagLst xmlns:p="http://schemas.openxmlformats.org/presentationml/2006/main">
  <p:tag name="KSO_WM_UNIT_TYPE" val="i"/>
  <p:tag name="KSO_WM_UNIT_INDEX" val="28"/>
  <p:tag name="KSO_WM_BEAUTIFY_FLAG" val="#wm#"/>
  <p:tag name="KSO_WM_TAG_VERSION" val="3.0"/>
</p:tagLst>
</file>

<file path=ppt/tags/tag317.xml><?xml version="1.0" encoding="utf-8"?>
<p:tagLst xmlns:p="http://schemas.openxmlformats.org/presentationml/2006/main">
  <p:tag name="KSO_WM_UNIT_TYPE" val="x"/>
  <p:tag name="KSO_WM_UNIT_INDEX" val="10"/>
  <p:tag name="KSO_WM_BEAUTIFY_FLAG" val="#wm#"/>
  <p:tag name="KSO_WM_TAG_VERSION" val="3.0"/>
</p:tagLst>
</file>

<file path=ppt/tags/tag318.xml><?xml version="1.0" encoding="utf-8"?>
<p:tagLst xmlns:p="http://schemas.openxmlformats.org/presentationml/2006/main">
  <p:tag name="KSO_WM_UNIT_TYPE" val="f"/>
  <p:tag name="KSO_WM_UNIT_INDEX" val="17"/>
  <p:tag name="KSO_WM_BEAUTIFY_FLAG" val="#wm#"/>
  <p:tag name="KSO_WM_TAG_VERSION" val="3.0"/>
</p:tagLst>
</file>

<file path=ppt/tags/tag319.xml><?xml version="1.0" encoding="utf-8"?>
<p:tagLst xmlns:p="http://schemas.openxmlformats.org/presentationml/2006/main">
  <p:tag name="KSO_WM_UNIT_TYPE" val="b"/>
  <p:tag name="KSO_WM_UNIT_INDEX" val="1"/>
  <p:tag name="KSO_WM_BEAUTIFY_FLAG" val="#wm#"/>
  <p:tag name="KSO_WM_TAG_VERSION" val="3.0"/>
</p:tagLst>
</file>

<file path=ppt/tags/tag320.xml><?xml version="1.0" encoding="utf-8"?>
<p:tagLst xmlns:p="http://schemas.openxmlformats.org/presentationml/2006/main">
  <p:tag name="KSO_WM_UNIT_TYPE" val="i"/>
  <p:tag name="KSO_WM_UNIT_INDEX" val="3"/>
  <p:tag name="KSO_WM_BEAUTIFY_FLAG" val="#wm#"/>
  <p:tag name="KSO_WM_TAG_VERSION" val="3.0"/>
</p:tagLst>
</file>

<file path=ppt/tags/tag321.xml><?xml version="1.0" encoding="utf-8"?>
<p:tagLst xmlns:p="http://schemas.openxmlformats.org/presentationml/2006/main">
  <p:tag name="KSO_WM_UNIT_TYPE" val="i"/>
  <p:tag name="KSO_WM_UNIT_INDEX" val="4"/>
  <p:tag name="KSO_WM_BEAUTIFY_FLAG" val="#wm#"/>
  <p:tag name="KSO_WM_TAG_VERSION" val="3.0"/>
</p:tagLst>
</file>

<file path=ppt/tags/tag322.xml><?xml version="1.0" encoding="utf-8"?>
<p:tagLst xmlns:p="http://schemas.openxmlformats.org/presentationml/2006/main">
  <p:tag name="KSO_WM_UNIT_TYPE" val="i"/>
  <p:tag name="KSO_WM_UNIT_INDEX" val="8"/>
  <p:tag name="KSO_WM_BEAUTIFY_FLAG" val="#wm#"/>
  <p:tag name="KSO_WM_TAG_VERSION" val="3.0"/>
</p:tagLst>
</file>

<file path=ppt/tags/tag323.xml><?xml version="1.0" encoding="utf-8"?>
<p:tagLst xmlns:p="http://schemas.openxmlformats.org/presentationml/2006/main">
  <p:tag name="KSO_WM_UNIT_TYPE" val="x"/>
  <p:tag name="KSO_WM_UNIT_INDEX" val="1"/>
  <p:tag name="KSO_WM_BEAUTIFY_FLAG" val="#wm#"/>
  <p:tag name="KSO_WM_TAG_VERSION" val="3.0"/>
</p:tagLst>
</file>

<file path=ppt/tags/tag324.xml><?xml version="1.0" encoding="utf-8"?>
<p:tagLst xmlns:p="http://schemas.openxmlformats.org/presentationml/2006/main">
  <p:tag name="KSO_WM_UNIT_TYPE" val="f"/>
  <p:tag name="KSO_WM_UNIT_INDEX" val="1"/>
  <p:tag name="KSO_WM_BEAUTIFY_FLAG" val="#wm#"/>
  <p:tag name="KSO_WM_TAG_VERSION" val="3.0"/>
</p:tagLst>
</file>

<file path=ppt/tags/tag325.xml><?xml version="1.0" encoding="utf-8"?>
<p:tagLst xmlns:p="http://schemas.openxmlformats.org/presentationml/2006/main">
  <p:tag name="KSO_WM_UNIT_TYPE" val="i"/>
  <p:tag name="KSO_WM_UNIT_INDEX" val="19"/>
  <p:tag name="KSO_WM_BEAUTIFY_FLAG" val="#wm#"/>
  <p:tag name="KSO_WM_TAG_VERSION" val="3.0"/>
</p:tagLst>
</file>

<file path=ppt/tags/tag326.xml><?xml version="1.0" encoding="utf-8"?>
<p:tagLst xmlns:p="http://schemas.openxmlformats.org/presentationml/2006/main">
  <p:tag name="KSO_WM_UNIT_TYPE" val="i"/>
  <p:tag name="KSO_WM_UNIT_INDEX" val="20"/>
  <p:tag name="KSO_WM_BEAUTIFY_FLAG" val="#wm#"/>
  <p:tag name="KSO_WM_TAG_VERSION" val="3.0"/>
</p:tagLst>
</file>

<file path=ppt/tags/tag327.xml><?xml version="1.0" encoding="utf-8"?>
<p:tagLst xmlns:p="http://schemas.openxmlformats.org/presentationml/2006/main">
  <p:tag name="KSO_WM_UNIT_TYPE" val="i"/>
  <p:tag name="KSO_WM_UNIT_INDEX" val="24"/>
  <p:tag name="KSO_WM_BEAUTIFY_FLAG" val="#wm#"/>
  <p:tag name="KSO_WM_TAG_VERSION" val="3.0"/>
</p:tagLst>
</file>

<file path=ppt/tags/tag328.xml><?xml version="1.0" encoding="utf-8"?>
<p:tagLst xmlns:p="http://schemas.openxmlformats.org/presentationml/2006/main">
  <p:tag name="KSO_WM_UNIT_TYPE" val="x"/>
  <p:tag name="KSO_WM_UNIT_INDEX" val="6"/>
  <p:tag name="KSO_WM_BEAUTIFY_FLAG" val="#wm#"/>
  <p:tag name="KSO_WM_TAG_VERSION" val="3.0"/>
</p:tagLst>
</file>

<file path=ppt/tags/tag329.xml><?xml version="1.0" encoding="utf-8"?>
<p:tagLst xmlns:p="http://schemas.openxmlformats.org/presentationml/2006/main">
  <p:tag name="KSO_WM_UNIT_TYPE" val="f"/>
  <p:tag name="KSO_WM_UNIT_INDEX" val="10"/>
  <p:tag name="KSO_WM_BEAUTIFY_FLAG" val="#wm#"/>
  <p:tag name="KSO_WM_TAG_VERSION" val="3.0"/>
</p:tagLst>
</file>

<file path=ppt/tags/tag330.xml><?xml version="1.0" encoding="utf-8"?>
<p:tagLst xmlns:p="http://schemas.openxmlformats.org/presentationml/2006/main">
  <p:tag name="KSO_WM_UNIT_TYPE" val="i"/>
  <p:tag name="KSO_WM_UNIT_INDEX" val="10"/>
  <p:tag name="KSO_WM_BEAUTIFY_FLAG" val="#wm#"/>
  <p:tag name="KSO_WM_TAG_VERSION" val="3.0"/>
</p:tagLst>
</file>

<file path=ppt/tags/tag331.xml><?xml version="1.0" encoding="utf-8"?>
<p:tagLst xmlns:p="http://schemas.openxmlformats.org/presentationml/2006/main">
  <p:tag name="KSO_WM_UNIT_TYPE" val="f"/>
  <p:tag name="KSO_WM_UNIT_INDEX" val="3"/>
  <p:tag name="KSO_WM_BEAUTIFY_FLAG" val="#wm#"/>
  <p:tag name="KSO_WM_TAG_VERSION" val="3.0"/>
</p:tagLst>
</file>

<file path=ppt/tags/tag332.xml><?xml version="1.0" encoding="utf-8"?>
<p:tagLst xmlns:p="http://schemas.openxmlformats.org/presentationml/2006/main">
  <p:tag name="KSO_WM_UNIT_TYPE" val="i"/>
  <p:tag name="KSO_WM_UNIT_INDEX" val="26"/>
  <p:tag name="KSO_WM_BEAUTIFY_FLAG" val="#wm#"/>
  <p:tag name="KSO_WM_TAG_VERSION" val="3.0"/>
</p:tagLst>
</file>

<file path=ppt/tags/tag333.xml><?xml version="1.0" encoding="utf-8"?>
<p:tagLst xmlns:p="http://schemas.openxmlformats.org/presentationml/2006/main">
  <p:tag name="KSO_WM_UNIT_TYPE" val="f"/>
  <p:tag name="KSO_WM_UNIT_INDEX" val="3"/>
  <p:tag name="KSO_WM_BEAUTIFY_FLAG" val="#wm#"/>
  <p:tag name="KSO_WM_TAG_VERSION" val="3.0"/>
</p:tagLst>
</file>

<file path=ppt/tags/tag334.xml><?xml version="1.0" encoding="utf-8"?>
<p:tagLst xmlns:p="http://schemas.openxmlformats.org/presentationml/2006/main">
  <p:tag name="KSO_WM_UNIT_TYPE" val="b"/>
  <p:tag name="KSO_WM_UNIT_INDEX" val="1"/>
  <p:tag name="KSO_WM_BEAUTIFY_FLAG" val="#wm#"/>
  <p:tag name="KSO_WM_TAG_VERSION" val="3.0"/>
</p:tagLst>
</file>

<file path=ppt/tags/tag335.xml><?xml version="1.0" encoding="utf-8"?>
<p:tagLst xmlns:p="http://schemas.openxmlformats.org/presentationml/2006/main">
  <p:tag name="KSO_WM_UNIT_TYPE" val="i"/>
  <p:tag name="KSO_WM_UNIT_INDEX" val="4"/>
  <p:tag name="KSO_WM_BEAUTIFY_FLAG" val="#wm#"/>
  <p:tag name="KSO_WM_TAG_VERSION" val="3.0"/>
</p:tagLst>
</file>

<file path=ppt/tags/tag336.xml><?xml version="1.0" encoding="utf-8"?>
<p:tagLst xmlns:p="http://schemas.openxmlformats.org/presentationml/2006/main">
  <p:tag name="KSO_WM_UNIT_TYPE" val="i"/>
  <p:tag name="KSO_WM_UNIT_INDEX" val="5"/>
  <p:tag name="KSO_WM_BEAUTIFY_FLAG" val="#wm#"/>
  <p:tag name="KSO_WM_TAG_VERSION" val="3.0"/>
</p:tagLst>
</file>

<file path=ppt/tags/tag337.xml><?xml version="1.0" encoding="utf-8"?>
<p:tagLst xmlns:p="http://schemas.openxmlformats.org/presentationml/2006/main">
  <p:tag name="KSO_WM_UNIT_TYPE" val="i"/>
  <p:tag name="KSO_WM_UNIT_INDEX" val="6"/>
  <p:tag name="KSO_WM_BEAUTIFY_FLAG" val="#wm#"/>
  <p:tag name="KSO_WM_TAG_VERSION" val="3.0"/>
</p:tagLst>
</file>

<file path=ppt/tags/tag338.xml><?xml version="1.0" encoding="utf-8"?>
<p:tagLst xmlns:p="http://schemas.openxmlformats.org/presentationml/2006/main">
  <p:tag name="KSO_WM_UNIT_TYPE" val="i"/>
  <p:tag name="KSO_WM_UNIT_INDEX" val="10"/>
  <p:tag name="KSO_WM_BEAUTIFY_FLAG" val="#wm#"/>
  <p:tag name="KSO_WM_TAG_VERSION" val="3.0"/>
</p:tagLst>
</file>

<file path=ppt/tags/tag339.xml><?xml version="1.0" encoding="utf-8"?>
<p:tagLst xmlns:p="http://schemas.openxmlformats.org/presentationml/2006/main">
  <p:tag name="KSO_WM_UNIT_TYPE" val="x"/>
  <p:tag name="KSO_WM_UNIT_INDEX" val="1"/>
  <p:tag name="KSO_WM_BEAUTIFY_FLAG" val="#wm#"/>
  <p:tag name="KSO_WM_TAG_VERSION" val="3.0"/>
</p:tagLst>
</file>

<file path=ppt/tags/tag340.xml><?xml version="1.0" encoding="utf-8"?>
<p:tagLst xmlns:p="http://schemas.openxmlformats.org/presentationml/2006/main">
  <p:tag name="KSO_WM_UNIT_TYPE" val="f"/>
  <p:tag name="KSO_WM_UNIT_INDEX" val="1"/>
  <p:tag name="KSO_WM_BEAUTIFY_FLAG" val="#wm#"/>
  <p:tag name="KSO_WM_TAG_VERSION" val="3.0"/>
</p:tagLst>
</file>

<file path=ppt/tags/tag341.xml><?xml version="1.0" encoding="utf-8"?>
<p:tagLst xmlns:p="http://schemas.openxmlformats.org/presentationml/2006/main">
  <p:tag name="KSO_WM_UNIT_TYPE" val="i"/>
  <p:tag name="KSO_WM_UNIT_INDEX" val="20"/>
  <p:tag name="KSO_WM_BEAUTIFY_FLAG" val="#wm#"/>
  <p:tag name="KSO_WM_TAG_VERSION" val="3.0"/>
</p:tagLst>
</file>

<file path=ppt/tags/tag342.xml><?xml version="1.0" encoding="utf-8"?>
<p:tagLst xmlns:p="http://schemas.openxmlformats.org/presentationml/2006/main">
  <p:tag name="KSO_WM_UNIT_TYPE" val="i"/>
  <p:tag name="KSO_WM_UNIT_INDEX" val="21"/>
  <p:tag name="KSO_WM_BEAUTIFY_FLAG" val="#wm#"/>
  <p:tag name="KSO_WM_TAG_VERSION" val="3.0"/>
</p:tagLst>
</file>

<file path=ppt/tags/tag343.xml><?xml version="1.0" encoding="utf-8"?>
<p:tagLst xmlns:p="http://schemas.openxmlformats.org/presentationml/2006/main">
  <p:tag name="KSO_WM_UNIT_TYPE" val="i"/>
  <p:tag name="KSO_WM_UNIT_INDEX" val="22"/>
  <p:tag name="KSO_WM_BEAUTIFY_FLAG" val="#wm#"/>
  <p:tag name="KSO_WM_TAG_VERSION" val="3.0"/>
</p:tagLst>
</file>

<file path=ppt/tags/tag344.xml><?xml version="1.0" encoding="utf-8"?>
<p:tagLst xmlns:p="http://schemas.openxmlformats.org/presentationml/2006/main">
  <p:tag name="KSO_WM_UNIT_TYPE" val="i"/>
  <p:tag name="KSO_WM_UNIT_INDEX" val="26"/>
  <p:tag name="KSO_WM_BEAUTIFY_FLAG" val="#wm#"/>
  <p:tag name="KSO_WM_TAG_VERSION" val="3.0"/>
</p:tagLst>
</file>

<file path=ppt/tags/tag345.xml><?xml version="1.0" encoding="utf-8"?>
<p:tagLst xmlns:p="http://schemas.openxmlformats.org/presentationml/2006/main">
  <p:tag name="KSO_WM_UNIT_TYPE" val="x"/>
  <p:tag name="KSO_WM_UNIT_INDEX" val="2"/>
  <p:tag name="KSO_WM_BEAUTIFY_FLAG" val="#wm#"/>
  <p:tag name="KSO_WM_TAG_VERSION" val="3.0"/>
</p:tagLst>
</file>

<file path=ppt/tags/tag346.xml><?xml version="1.0" encoding="utf-8"?>
<p:tagLst xmlns:p="http://schemas.openxmlformats.org/presentationml/2006/main">
  <p:tag name="KSO_WM_UNIT_TYPE" val="f"/>
  <p:tag name="KSO_WM_UNIT_INDEX" val="6"/>
  <p:tag name="KSO_WM_BEAUTIFY_FLAG" val="#wm#"/>
  <p:tag name="KSO_WM_TAG_VERSION" val="3.0"/>
</p:tagLst>
</file>

<file path=ppt/tags/tag347.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48.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49.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0757"/>
  <p:tag name="KSO_WM_TEMPLATE_CATEGORY" val="custom"/>
  <p:tag name="KSO_WM_SLIDE_INDEX" val="3"/>
  <p:tag name="KSO_WM_SLIDE_ID" val="custom40480757_7"/>
  <p:tag name="KSO_WM_TEMPLATE_MASTER_TYPE" val="0"/>
  <p:tag name="KSO_WM_SLIDE_LAYOUT" val="a_e"/>
  <p:tag name="KSO_WM_SLIDE_LAYOUT_CNT" val="1_1"/>
  <p:tag name="KSO_WM_TAG_VERSION" val="3.0"/>
</p:tagLst>
</file>

<file path=ppt/tags/tag350.xml><?xml version="1.0" encoding="utf-8"?>
<p:tagLst xmlns:p="http://schemas.openxmlformats.org/presentationml/2006/main">
  <p:tag name="KSO_WM_UNIT_TYPE" val="b"/>
  <p:tag name="KSO_WM_UNIT_INDEX" val="1"/>
  <p:tag name="KSO_WM_BEAUTIFY_FLAG" val="#wm#"/>
  <p:tag name="KSO_WM_TAG_VERSION" val="3.0"/>
</p:tagLst>
</file>

<file path=ppt/tags/tag351.xml><?xml version="1.0" encoding="utf-8"?>
<p:tagLst xmlns:p="http://schemas.openxmlformats.org/presentationml/2006/main">
  <p:tag name="KSO_WM_UNIT_TYPE" val="i"/>
  <p:tag name="KSO_WM_UNIT_INDEX" val="4"/>
  <p:tag name="KSO_WM_BEAUTIFY_FLAG" val="#wm#"/>
  <p:tag name="KSO_WM_TAG_VERSION" val="3.0"/>
</p:tagLst>
</file>

<file path=ppt/tags/tag352.xml><?xml version="1.0" encoding="utf-8"?>
<p:tagLst xmlns:p="http://schemas.openxmlformats.org/presentationml/2006/main">
  <p:tag name="KSO_WM_UNIT_TYPE" val="i"/>
  <p:tag name="KSO_WM_UNIT_INDEX" val="4"/>
  <p:tag name="KSO_WM_BEAUTIFY_FLAG" val="#wm#"/>
  <p:tag name="KSO_WM_TAG_VERSION" val="3.0"/>
</p:tagLst>
</file>

<file path=ppt/tags/tag353.xml><?xml version="1.0" encoding="utf-8"?>
<p:tagLst xmlns:p="http://schemas.openxmlformats.org/presentationml/2006/main">
  <p:tag name="KSO_WM_UNIT_TYPE" val="i"/>
  <p:tag name="KSO_WM_UNIT_INDEX" val="4"/>
  <p:tag name="KSO_WM_BEAUTIFY_FLAG" val="#wm#"/>
  <p:tag name="KSO_WM_TAG_VERSION" val="3.0"/>
</p:tagLst>
</file>

<file path=ppt/tags/tag354.xml><?xml version="1.0" encoding="utf-8"?>
<p:tagLst xmlns:p="http://schemas.openxmlformats.org/presentationml/2006/main">
  <p:tag name="KSO_WM_UNIT_TYPE" val="i"/>
  <p:tag name="KSO_WM_UNIT_INDEX" val="4"/>
  <p:tag name="KSO_WM_BEAUTIFY_FLAG" val="#wm#"/>
  <p:tag name="KSO_WM_TAG_VERSION" val="3.0"/>
</p:tagLst>
</file>

<file path=ppt/tags/tag355.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56.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57.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0757"/>
  <p:tag name="KSO_WM_TEMPLATE_CATEGORY" val="custom"/>
  <p:tag name="KSO_WM_SLIDE_INDEX" val="3"/>
  <p:tag name="KSO_WM_SLIDE_ID" val="custom40480757_7"/>
  <p:tag name="KSO_WM_TEMPLATE_MASTER_TYPE" val="0"/>
  <p:tag name="KSO_WM_SLIDE_LAYOUT" val="a_e"/>
  <p:tag name="KSO_WM_SLIDE_LAYOUT_CNT" val="1_1"/>
  <p:tag name="KSO_WM_TAG_VERSION" val="3.0"/>
</p:tagLst>
</file>

<file path=ppt/tags/tag358.xml><?xml version="1.0" encoding="utf-8"?>
<p:tagLst xmlns:p="http://schemas.openxmlformats.org/presentationml/2006/main">
  <p:tag name="KSO_WM_UNIT_TYPE" val="b"/>
  <p:tag name="KSO_WM_UNIT_INDEX" val="1"/>
  <p:tag name="KSO_WM_BEAUTIFY_FLAG" val="#wm#"/>
  <p:tag name="KSO_WM_TAG_VERSION" val="3.0"/>
</p:tagLst>
</file>

<file path=ppt/tags/tag359.xml><?xml version="1.0" encoding="utf-8"?>
<p:tagLst xmlns:p="http://schemas.openxmlformats.org/presentationml/2006/main">
  <p:tag name="KSO_WM_UNIT_TYPE" val="i"/>
  <p:tag name="KSO_WM_UNIT_INDEX" val="4"/>
  <p:tag name="KSO_WM_BEAUTIFY_FLAG" val="#wm#"/>
  <p:tag name="KSO_WM_TAG_VERSION" val="3.0"/>
</p:tagLst>
</file>

<file path=ppt/tags/tag360.xml><?xml version="1.0" encoding="utf-8"?>
<p:tagLst xmlns:p="http://schemas.openxmlformats.org/presentationml/2006/main">
  <p:tag name="KSO_WM_UNIT_TYPE" val="b"/>
  <p:tag name="KSO_WM_UNIT_INDEX" val="1"/>
  <p:tag name="KSO_WM_BEAUTIFY_FLAG" val="#wm#"/>
  <p:tag name="KSO_WM_TAG_VERSION" val="3.0"/>
</p:tagLst>
</file>

<file path=ppt/tags/tag361.xml><?xml version="1.0" encoding="utf-8"?>
<p:tagLst xmlns:p="http://schemas.openxmlformats.org/presentationml/2006/main">
  <p:tag name="KSO_WM_UNIT_TYPE" val="i"/>
  <p:tag name="KSO_WM_UNIT_INDEX" val="4"/>
  <p:tag name="KSO_WM_BEAUTIFY_FLAG" val="#wm#"/>
  <p:tag name="KSO_WM_TAG_VERSION" val="3.0"/>
</p:tagLst>
</file>

<file path=ppt/tags/tag362.xml><?xml version="1.0" encoding="utf-8"?>
<p:tagLst xmlns:p="http://schemas.openxmlformats.org/presentationml/2006/main">
  <p:tag name="KSO_WM_UNIT_TYPE" val="b"/>
  <p:tag name="KSO_WM_UNIT_INDEX" val="1"/>
  <p:tag name="KSO_WM_BEAUTIFY_FLAG" val="#wm#"/>
  <p:tag name="KSO_WM_TAG_VERSION" val="3.0"/>
</p:tagLst>
</file>

<file path=ppt/tags/tag363.xml><?xml version="1.0" encoding="utf-8"?>
<p:tagLst xmlns:p="http://schemas.openxmlformats.org/presentationml/2006/main">
  <p:tag name="KSO_WM_UNIT_TYPE" val="i"/>
  <p:tag name="KSO_WM_UNIT_INDEX" val="4"/>
  <p:tag name="KSO_WM_BEAUTIFY_FLAG" val="#wm#"/>
  <p:tag name="KSO_WM_TAG_VERSION" val="3.0"/>
</p:tagLst>
</file>

<file path=ppt/tags/tag364.xml><?xml version="1.0" encoding="utf-8"?>
<p:tagLst xmlns:p="http://schemas.openxmlformats.org/presentationml/2006/main">
  <p:tag name="KSO_WM_UNIT_TYPE" val="b"/>
  <p:tag name="KSO_WM_UNIT_INDEX" val="1"/>
  <p:tag name="KSO_WM_BEAUTIFY_FLAG" val="#wm#"/>
  <p:tag name="KSO_WM_TAG_VERSION" val="3.0"/>
</p:tagLst>
</file>

<file path=ppt/tags/tag365.xml><?xml version="1.0" encoding="utf-8"?>
<p:tagLst xmlns:p="http://schemas.openxmlformats.org/presentationml/2006/main">
  <p:tag name="KSO_WM_UNIT_TYPE" val="i"/>
  <p:tag name="KSO_WM_UNIT_INDEX" val="4"/>
  <p:tag name="KSO_WM_BEAUTIFY_FLAG" val="#wm#"/>
  <p:tag name="KSO_WM_TAG_VERSION" val="3.0"/>
</p:tagLst>
</file>

<file path=ppt/tags/tag366.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PRESET_TEXT" val="THE END"/>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67.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f67e036cd22d0956b3b417ca765f55644ffe6b4a"/>
  <p:tag name="KSO_WM_NEWLAYOUT_ID" val="17"/>
  <p:tag name="KSO_WM_UNIT_PRESET_TEXT" val="谢谢观看"/>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68.xml><?xml version="1.0" encoding="utf-8"?>
<p:tagLst xmlns:p="http://schemas.openxmlformats.org/presentationml/2006/main">
  <p:tag name="KSO_WM_SLIDE_CONTENT_ORIENTATION" val="center"/>
  <p:tag name="KSO_WM_SLIDE_HAS_MASK" val="0"/>
  <p:tag name="KSO_WM_SLIDE_ITEM_CNT" val="0"/>
  <p:tag name="KSO_WM_SLIDE_TYPE" val="endPage"/>
  <p:tag name="KSO_WM_TEMPLATE_SUBCATEGORY" val="29"/>
  <p:tag name="KSO_WM_BEAUTIFY_FLAG" val="#wm#"/>
  <p:tag name="KSO_WM_TEMPLATE_SLIDE_ID" val="slide_47de9d0eaa58c516"/>
  <p:tag name="KSO_WM_TEMPLATE_INDEX" val="40480757"/>
  <p:tag name="KSO_WM_TEMPLATE_CATEGORY" val="custom"/>
  <p:tag name="KSO_WM_SLIDE_INDEX" val="5"/>
  <p:tag name="KSO_WM_SLIDE_ID" val="custom40480757_9"/>
  <p:tag name="KSO_WM_TEMPLATE_MASTER_TYPE" val="0"/>
  <p:tag name="KSO_WM_SLIDE_LAYOUT" val="a_b"/>
  <p:tag name="KSO_WM_SLIDE_LAYOUT_CNT" val="1_1"/>
  <p:tag name="KSO_WM_TAG_VERSION" val="3.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96">
      <a:dk1>
        <a:srgbClr val="000000"/>
      </a:dk1>
      <a:lt1>
        <a:srgbClr val="FFFFFF"/>
      </a:lt1>
      <a:dk2>
        <a:srgbClr val="043642"/>
      </a:dk2>
      <a:lt2>
        <a:srgbClr val="FFFFFF"/>
      </a:lt2>
      <a:accent1>
        <a:srgbClr val="0E90AC"/>
      </a:accent1>
      <a:accent2>
        <a:srgbClr val="6EBDC7"/>
      </a:accent2>
      <a:accent3>
        <a:srgbClr val="E6AE0F"/>
      </a:accent3>
      <a:accent4>
        <a:srgbClr val="2799A5"/>
      </a:accent4>
      <a:accent5>
        <a:srgbClr val="B48C18"/>
      </a:accent5>
      <a:accent6>
        <a:srgbClr val="98BBA1"/>
      </a:accent6>
      <a:hlink>
        <a:srgbClr val="0026E5"/>
      </a:hlink>
      <a:folHlink>
        <a:srgbClr val="7E1FAD"/>
      </a:folHlink>
    </a:clrScheme>
    <a:fontScheme name="微软雅黑100%">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6599</Words>
  <Application>WPS 演示</Application>
  <PresentationFormat>宽屏</PresentationFormat>
  <Paragraphs>1001</Paragraphs>
  <Slides>32</Slides>
  <Notes>0</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4</vt:i4>
      </vt:variant>
      <vt:variant>
        <vt:lpstr>幻灯片标题</vt:lpstr>
      </vt:variant>
      <vt:variant>
        <vt:i4>32</vt:i4>
      </vt:variant>
    </vt:vector>
  </HeadingPairs>
  <TitlesOfParts>
    <vt:vector size="49" baseType="lpstr">
      <vt:lpstr>Arial</vt:lpstr>
      <vt:lpstr>宋体</vt:lpstr>
      <vt:lpstr>Wingdings</vt:lpstr>
      <vt:lpstr>Calibri Light</vt:lpstr>
      <vt:lpstr>微软雅黑 Light</vt:lpstr>
      <vt:lpstr>黑体</vt:lpstr>
      <vt:lpstr>华文中宋</vt:lpstr>
      <vt:lpstr>Times New Roman</vt:lpstr>
      <vt:lpstr>微软雅黑</vt:lpstr>
      <vt:lpstr>Arial Unicode MS</vt:lpstr>
      <vt:lpstr>Calibri</vt:lpstr>
      <vt:lpstr>WPS</vt:lpstr>
      <vt:lpstr>1_Office 主题</vt:lpstr>
      <vt:lpstr>Equation.KSEE3</vt:lpstr>
      <vt:lpstr>Equation.KSEE3</vt:lpstr>
      <vt:lpstr>Equation.KSEE3</vt:lpstr>
      <vt:lpstr>Equation.KSEE3</vt:lpstr>
      <vt:lpstr>年产1000吨蓝莓酸奶车间设计</vt:lpstr>
      <vt:lpstr>PowerPoint 演示文稿</vt:lpstr>
      <vt:lpstr>设计背景</vt:lpstr>
      <vt:lpstr>PowerPoint 演示文稿</vt:lpstr>
      <vt:lpstr>PowerPoint 演示文稿</vt:lpstr>
      <vt:lpstr>工艺设计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非工艺设计</vt:lpstr>
      <vt:lpstr>PowerPoint 演示文稿</vt:lpstr>
      <vt:lpstr>PowerPoint 演示文稿</vt:lpstr>
      <vt:lpstr>PowerPoint 演示文稿</vt:lpstr>
      <vt:lpstr>环境保护</vt:lpstr>
      <vt:lpstr>PowerPoint 演示文稿</vt:lpstr>
      <vt:lpstr>车间成本核算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感谢聆听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年产1000吨蓝莓酸奶车间设计</dc:title>
  <dc:creator/>
  <cp:lastModifiedBy>…………</cp:lastModifiedBy>
  <cp:revision>20</cp:revision>
  <dcterms:created xsi:type="dcterms:W3CDTF">2026-06-02T14:02:00Z</dcterms:created>
  <dcterms:modified xsi:type="dcterms:W3CDTF">2026-06-07T08:37:53Z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39BC52DFF425A8DC8C9F1D6A63B5BC36_41</vt:lpwstr>
  </property>
</Properties>
</file>